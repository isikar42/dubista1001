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jpg" ContentType="image/jpeg"/>
  <Default Extension="png" ContentType="image/png"/>
  <Default Extension="rels" ContentType="application/vnd.openxmlformats-package.relationships+xml"/>
  <Default Extension="vml" ContentType="application/vnd.openxmlformats-officedocument.vmlDrawi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311" r:id="rId3"/>
    <p:sldId id="312" r:id="rId4"/>
    <p:sldId id="313" r:id="rId5"/>
    <p:sldId id="314" r:id="rId6"/>
    <p:sldId id="273" r:id="rId7"/>
    <p:sldId id="316" r:id="rId8"/>
    <p:sldId id="317" r:id="rId9"/>
    <p:sldId id="318" r:id="rId10"/>
    <p:sldId id="319" r:id="rId11"/>
    <p:sldId id="300" r:id="rId12"/>
    <p:sldId id="301" r:id="rId13"/>
    <p:sldId id="302" r:id="rId14"/>
    <p:sldId id="303" r:id="rId15"/>
    <p:sldId id="304" r:id="rId16"/>
    <p:sldId id="305" r:id="rId17"/>
    <p:sldId id="288" r:id="rId18"/>
    <p:sldId id="307" r:id="rId19"/>
    <p:sldId id="308" r:id="rId20"/>
    <p:sldId id="309" r:id="rId21"/>
    <p:sldId id="320" r:id="rId22"/>
    <p:sldId id="321" r:id="rId23"/>
    <p:sldId id="292" r:id="rId24"/>
    <p:sldId id="322" r:id="rId25"/>
    <p:sldId id="259" r:id="rId26"/>
  </p:sldIdLst>
  <p:sldSz cx="12192000" cy="6858000"/>
  <p:notesSz cx="6858000" cy="9144000"/>
  <p:defaultTextStyle>
    <a:defPPr>
      <a:defRPr lang="nl-NL"/>
    </a:defPPr>
    <a:lvl1pPr marL="0" algn="l" defTabSz="685800" rtl="0" eaLnBrk="1" latinLnBrk="0" hangingPunct="1">
      <a:defRPr sz="1400" kern="1200">
        <a:solidFill>
          <a:schemeClr val="tx1"/>
        </a:solidFill>
        <a:latin typeface="+mn-lt"/>
        <a:ea typeface="+mn-ea"/>
        <a:cs typeface="+mn-cs"/>
      </a:defRPr>
    </a:lvl1pPr>
    <a:lvl2pPr marL="342900" algn="l" defTabSz="685800" rtl="0" eaLnBrk="1" latinLnBrk="0" hangingPunct="1">
      <a:defRPr sz="1400" kern="1200">
        <a:solidFill>
          <a:schemeClr val="tx1"/>
        </a:solidFill>
        <a:latin typeface="+mn-lt"/>
        <a:ea typeface="+mn-ea"/>
        <a:cs typeface="+mn-cs"/>
      </a:defRPr>
    </a:lvl2pPr>
    <a:lvl3pPr marL="685800" algn="l" defTabSz="685800" rtl="0" eaLnBrk="1" latinLnBrk="0" hangingPunct="1">
      <a:defRPr sz="1400" kern="1200">
        <a:solidFill>
          <a:schemeClr val="tx1"/>
        </a:solidFill>
        <a:latin typeface="+mn-lt"/>
        <a:ea typeface="+mn-ea"/>
        <a:cs typeface="+mn-cs"/>
      </a:defRPr>
    </a:lvl3pPr>
    <a:lvl4pPr marL="1028700" algn="l" defTabSz="685800" rtl="0" eaLnBrk="1" latinLnBrk="0" hangingPunct="1">
      <a:defRPr sz="1400" kern="1200">
        <a:solidFill>
          <a:schemeClr val="tx1"/>
        </a:solidFill>
        <a:latin typeface="+mn-lt"/>
        <a:ea typeface="+mn-ea"/>
        <a:cs typeface="+mn-cs"/>
      </a:defRPr>
    </a:lvl4pPr>
    <a:lvl5pPr marL="1371600" algn="l" defTabSz="685800" rtl="0" eaLnBrk="1" latinLnBrk="0" hangingPunct="1">
      <a:defRPr sz="1400" kern="1200">
        <a:solidFill>
          <a:schemeClr val="tx1"/>
        </a:solidFill>
        <a:latin typeface="+mn-lt"/>
        <a:ea typeface="+mn-ea"/>
        <a:cs typeface="+mn-cs"/>
      </a:defRPr>
    </a:lvl5pPr>
    <a:lvl6pPr marL="1714500" algn="l" defTabSz="685800" rtl="0" eaLnBrk="1" latinLnBrk="0" hangingPunct="1">
      <a:defRPr sz="1400" kern="1200">
        <a:solidFill>
          <a:schemeClr val="tx1"/>
        </a:solidFill>
        <a:latin typeface="+mn-lt"/>
        <a:ea typeface="+mn-ea"/>
        <a:cs typeface="+mn-cs"/>
      </a:defRPr>
    </a:lvl6pPr>
    <a:lvl7pPr marL="2057400" algn="l" defTabSz="685800" rtl="0" eaLnBrk="1" latinLnBrk="0" hangingPunct="1">
      <a:defRPr sz="1400" kern="1200">
        <a:solidFill>
          <a:schemeClr val="tx1"/>
        </a:solidFill>
        <a:latin typeface="+mn-lt"/>
        <a:ea typeface="+mn-ea"/>
        <a:cs typeface="+mn-cs"/>
      </a:defRPr>
    </a:lvl7pPr>
    <a:lvl8pPr marL="2400300" algn="l" defTabSz="685800" rtl="0" eaLnBrk="1" latinLnBrk="0" hangingPunct="1">
      <a:defRPr sz="1400" kern="1200">
        <a:solidFill>
          <a:schemeClr val="tx1"/>
        </a:solidFill>
        <a:latin typeface="+mn-lt"/>
        <a:ea typeface="+mn-ea"/>
        <a:cs typeface="+mn-cs"/>
      </a:defRPr>
    </a:lvl8pPr>
    <a:lvl9pPr marL="2743200" algn="l" defTabSz="685800" rtl="0" eaLnBrk="1" latinLnBrk="0" hangingPunct="1">
      <a:defRPr sz="14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eliana Bothof" initials="MB" lastIdx="4" clrIdx="0">
    <p:extLst>
      <p:ext uri="{19B8F6BF-5375-455C-9EA6-DF929625EA0E}">
        <p15:presenceInfo xmlns:p15="http://schemas.microsoft.com/office/powerpoint/2012/main" userId="Meliana Bothof" providerId="None"/>
      </p:ext>
    </p:extLst>
  </p:cmAuthor>
  <p:cmAuthor id="2" name="Pieternel Verhoeven" initials="PV" lastIdx="2" clrIdx="1">
    <p:extLst>
      <p:ext uri="{19B8F6BF-5375-455C-9EA6-DF929625EA0E}">
        <p15:presenceInfo xmlns:p15="http://schemas.microsoft.com/office/powerpoint/2012/main" userId="39bac23288ee9cef"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997" autoAdjust="0"/>
    <p:restoredTop sz="94660"/>
  </p:normalViewPr>
  <p:slideViewPr>
    <p:cSldViewPr snapToGrid="0">
      <p:cViewPr varScale="1">
        <p:scale>
          <a:sx n="104" d="100"/>
          <a:sy n="104" d="100"/>
        </p:scale>
        <p:origin x="208" y="72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comments/comment1.xml><?xml version="1.0" encoding="utf-8"?>
<p:cmLst xmlns:a="http://schemas.openxmlformats.org/drawingml/2006/main" xmlns:r="http://schemas.openxmlformats.org/officeDocument/2006/relationships" xmlns:p="http://schemas.openxmlformats.org/presentationml/2006/main">
  <p:cm authorId="1" dt="2019-04-21T21:28:16.805" idx="1">
    <p:pos x="3222" y="1541"/>
    <p:text>heb wijzigingen in de lay-out aangebracht om de beide maten en hun kengetallen duidelijker zichtbaar te maken</p:text>
    <p:extLst>
      <p:ext uri="{C676402C-5697-4E1C-873F-D02D1690AC5C}">
        <p15:threadingInfo xmlns:p15="http://schemas.microsoft.com/office/powerpoint/2012/main" timeZoneBias="-120"/>
      </p:ext>
    </p:extLst>
  </p:cm>
  <p:cm authorId="2" dt="2019-05-24T10:31:06.542" idx="1">
    <p:pos x="3222" y="1637"/>
    <p:text>ok</p:text>
    <p:extLst>
      <p:ext uri="{C676402C-5697-4E1C-873F-D02D1690AC5C}">
        <p15:threadingInfo xmlns:p15="http://schemas.microsoft.com/office/powerpoint/2012/main" timeZoneBias="-120">
          <p15:parentCm authorId="1" idx="1"/>
        </p15:threadingInfo>
      </p:ext>
    </p:extLst>
  </p:cm>
</p:cmLst>
</file>

<file path=ppt/drawings/_rels/vmlDrawing1.vml.rels><?xml version="1.0" encoding="UTF-8" standalone="yes"?>
<Relationships xmlns="http://schemas.openxmlformats.org/package/2006/relationships"><Relationship Id="rId1" Type="http://schemas.openxmlformats.org/officeDocument/2006/relationships/image" Target="../media/image2.wmf"/></Relationships>
</file>

<file path=ppt/drawings/_rels/vmlDrawing2.vml.rels><?xml version="1.0" encoding="UTF-8" standalone="yes"?>
<Relationships xmlns="http://schemas.openxmlformats.org/package/2006/relationships"><Relationship Id="rId1" Type="http://schemas.openxmlformats.org/officeDocument/2006/relationships/image" Target="../media/image11.wmf"/></Relationships>
</file>

<file path=ppt/drawings/_rels/vmlDrawing3.vml.rels><?xml version="1.0" encoding="UTF-8" standalone="yes"?>
<Relationships xmlns="http://schemas.openxmlformats.org/package/2006/relationships"><Relationship Id="rId2" Type="http://schemas.openxmlformats.org/officeDocument/2006/relationships/image" Target="../media/image13.wmf"/><Relationship Id="rId1" Type="http://schemas.openxmlformats.org/officeDocument/2006/relationships/image" Target="../media/image12.wmf"/></Relationships>
</file>

<file path=ppt/drawings/_rels/vmlDrawing4.vml.rels><?xml version="1.0" encoding="UTF-8" standalone="yes"?>
<Relationships xmlns="http://schemas.openxmlformats.org/package/2006/relationships"><Relationship Id="rId2" Type="http://schemas.openxmlformats.org/officeDocument/2006/relationships/image" Target="../media/image15.wmf"/><Relationship Id="rId1" Type="http://schemas.openxmlformats.org/officeDocument/2006/relationships/image" Target="../media/image14.wmf"/></Relationships>
</file>

<file path=ppt/drawings/_rels/vmlDrawing5.vml.rels><?xml version="1.0" encoding="UTF-8" standalone="yes"?>
<Relationships xmlns="http://schemas.openxmlformats.org/package/2006/relationships"><Relationship Id="rId1" Type="http://schemas.openxmlformats.org/officeDocument/2006/relationships/image" Target="../media/image16.emf"/></Relationships>
</file>

<file path=ppt/drawings/_rels/vmlDrawing6.vml.rels><?xml version="1.0" encoding="UTF-8" standalone="yes"?>
<Relationships xmlns="http://schemas.openxmlformats.org/package/2006/relationships"><Relationship Id="rId1" Type="http://schemas.openxmlformats.org/officeDocument/2006/relationships/image" Target="../media/image18.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jdelijke aanduiding voor koptekst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nl-NL"/>
          </a:p>
        </p:txBody>
      </p:sp>
      <p:sp>
        <p:nvSpPr>
          <p:cNvPr id="3" name="Tijdelijke aanduiding voor datum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192BB956-31EF-B843-9512-658AC9ED6CCC}" type="datetimeFigureOut">
              <a:rPr lang="nl-NL" smtClean="0"/>
              <a:t>11-09-19</a:t>
            </a:fld>
            <a:endParaRPr lang="nl-NL"/>
          </a:p>
        </p:txBody>
      </p:sp>
      <p:sp>
        <p:nvSpPr>
          <p:cNvPr id="4" name="Tijdelijke aanduiding voor dia-afbeelding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nl-NL"/>
          </a:p>
        </p:txBody>
      </p:sp>
      <p:sp>
        <p:nvSpPr>
          <p:cNvPr id="5" name="Tijdelijke aanduiding voor notiti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nl-NL"/>
              <a:t>Klikken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6" name="Tijdelijke aanduiding voor voettekst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nl-NL"/>
          </a:p>
        </p:txBody>
      </p:sp>
      <p:sp>
        <p:nvSpPr>
          <p:cNvPr id="7" name="Tijdelijke aanduiding voor dia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1FAE9F8A-7733-FE48-AABD-4E4F24AAC98A}" type="slidenum">
              <a:rPr lang="nl-NL" smtClean="0"/>
              <a:t>‹nr.›</a:t>
            </a:fld>
            <a:endParaRPr lang="nl-NL"/>
          </a:p>
        </p:txBody>
      </p:sp>
    </p:spTree>
    <p:extLst>
      <p:ext uri="{BB962C8B-B14F-4D97-AF65-F5344CB8AC3E}">
        <p14:creationId xmlns:p14="http://schemas.microsoft.com/office/powerpoint/2010/main" val="91290959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eldia">
    <p:bg>
      <p:bgPr>
        <a:solidFill>
          <a:srgbClr val="005DAA"/>
        </a:solidFill>
        <a:effectLst/>
      </p:bgPr>
    </p:bg>
    <p:spTree>
      <p:nvGrpSpPr>
        <p:cNvPr id="1" name=""/>
        <p:cNvGrpSpPr/>
        <p:nvPr/>
      </p:nvGrpSpPr>
      <p:grpSpPr>
        <a:xfrm>
          <a:off x="0" y="0"/>
          <a:ext cx="0" cy="0"/>
          <a:chOff x="0" y="0"/>
          <a:chExt cx="0" cy="0"/>
        </a:xfrm>
      </p:grpSpPr>
      <p:sp>
        <p:nvSpPr>
          <p:cNvPr id="7" name="Titel 1"/>
          <p:cNvSpPr>
            <a:spLocks noGrp="1"/>
          </p:cNvSpPr>
          <p:nvPr>
            <p:ph type="ctrTitle" hasCustomPrompt="1"/>
          </p:nvPr>
        </p:nvSpPr>
        <p:spPr>
          <a:xfrm>
            <a:off x="1086036" y="1329842"/>
            <a:ext cx="8497107" cy="1469685"/>
          </a:xfrm>
          <a:prstGeom prst="rect">
            <a:avLst/>
          </a:prstGeom>
        </p:spPr>
        <p:txBody>
          <a:bodyPr anchor="b" anchorCtr="0"/>
          <a:lstStyle>
            <a:lvl1pPr algn="l">
              <a:lnSpc>
                <a:spcPct val="104000"/>
              </a:lnSpc>
              <a:defRPr sz="4400">
                <a:solidFill>
                  <a:schemeClr val="bg1"/>
                </a:solidFill>
              </a:defRPr>
            </a:lvl1pPr>
          </a:lstStyle>
          <a:p>
            <a:r>
              <a:rPr lang="nl-NL" noProof="1"/>
              <a:t>Hier wordt de titel van het boek of de presentatie vermeld</a:t>
            </a:r>
          </a:p>
        </p:txBody>
      </p:sp>
      <p:sp>
        <p:nvSpPr>
          <p:cNvPr id="8" name="Ondertitel 2"/>
          <p:cNvSpPr>
            <a:spLocks noGrp="1"/>
          </p:cNvSpPr>
          <p:nvPr>
            <p:ph type="subTitle" idx="1" hasCustomPrompt="1"/>
          </p:nvPr>
        </p:nvSpPr>
        <p:spPr>
          <a:xfrm>
            <a:off x="1087341" y="2904277"/>
            <a:ext cx="8497107" cy="973887"/>
          </a:xfrm>
          <a:prstGeom prst="rect">
            <a:avLst/>
          </a:prstGeom>
        </p:spPr>
        <p:txBody>
          <a:bodyPr/>
          <a:lstStyle>
            <a:lvl1pPr marL="0" indent="0" algn="l">
              <a:buNone/>
              <a:defRPr sz="2667">
                <a:solidFill>
                  <a:schemeClr val="bg1"/>
                </a:solidFill>
                <a:latin typeface="+mj-lt"/>
              </a:defRPr>
            </a:lvl1pPr>
            <a:lvl2pPr marL="457189" indent="0" algn="ctr">
              <a:buNone/>
              <a:defRPr>
                <a:solidFill>
                  <a:schemeClr val="tx1">
                    <a:tint val="75000"/>
                  </a:schemeClr>
                </a:solidFill>
              </a:defRPr>
            </a:lvl2pPr>
            <a:lvl3pPr marL="914377" indent="0" algn="ctr">
              <a:buNone/>
              <a:defRPr>
                <a:solidFill>
                  <a:schemeClr val="tx1">
                    <a:tint val="75000"/>
                  </a:schemeClr>
                </a:solidFill>
              </a:defRPr>
            </a:lvl3pPr>
            <a:lvl4pPr marL="1371566" indent="0" algn="ctr">
              <a:buNone/>
              <a:defRPr>
                <a:solidFill>
                  <a:schemeClr val="tx1">
                    <a:tint val="75000"/>
                  </a:schemeClr>
                </a:solidFill>
              </a:defRPr>
            </a:lvl4pPr>
            <a:lvl5pPr marL="1828754" indent="0" algn="ctr">
              <a:buNone/>
              <a:defRPr>
                <a:solidFill>
                  <a:schemeClr val="tx1">
                    <a:tint val="75000"/>
                  </a:schemeClr>
                </a:solidFill>
              </a:defRPr>
            </a:lvl5pPr>
            <a:lvl6pPr marL="2285943" indent="0" algn="ctr">
              <a:buNone/>
              <a:defRPr>
                <a:solidFill>
                  <a:schemeClr val="tx1">
                    <a:tint val="75000"/>
                  </a:schemeClr>
                </a:solidFill>
              </a:defRPr>
            </a:lvl6pPr>
            <a:lvl7pPr marL="2743131" indent="0" algn="ctr">
              <a:buNone/>
              <a:defRPr>
                <a:solidFill>
                  <a:schemeClr val="tx1">
                    <a:tint val="75000"/>
                  </a:schemeClr>
                </a:solidFill>
              </a:defRPr>
            </a:lvl7pPr>
            <a:lvl8pPr marL="3200320" indent="0" algn="ctr">
              <a:buNone/>
              <a:defRPr>
                <a:solidFill>
                  <a:schemeClr val="tx1">
                    <a:tint val="75000"/>
                  </a:schemeClr>
                </a:solidFill>
              </a:defRPr>
            </a:lvl8pPr>
            <a:lvl9pPr marL="3657509" indent="0" algn="ctr">
              <a:buNone/>
              <a:defRPr>
                <a:solidFill>
                  <a:schemeClr val="tx1">
                    <a:tint val="75000"/>
                  </a:schemeClr>
                </a:solidFill>
              </a:defRPr>
            </a:lvl9pPr>
          </a:lstStyle>
          <a:p>
            <a:r>
              <a:rPr lang="nl-NL" noProof="1"/>
              <a:t>Ondertitel</a:t>
            </a:r>
          </a:p>
        </p:txBody>
      </p:sp>
      <p:sp>
        <p:nvSpPr>
          <p:cNvPr id="9" name="Tijdelijke aanduiding voor datum 8"/>
          <p:cNvSpPr>
            <a:spLocks noGrp="1"/>
          </p:cNvSpPr>
          <p:nvPr>
            <p:ph type="dt" sz="half" idx="10"/>
          </p:nvPr>
        </p:nvSpPr>
        <p:spPr>
          <a:xfrm>
            <a:off x="1087341" y="4234319"/>
            <a:ext cx="2845171" cy="365040"/>
          </a:xfrm>
          <a:prstGeom prst="rect">
            <a:avLst/>
          </a:prstGeom>
        </p:spPr>
        <p:txBody>
          <a:bodyPr lIns="0" tIns="0" rIns="0" bIns="0" anchor="t" anchorCtr="0"/>
          <a:lstStyle>
            <a:lvl1pPr algn="l">
              <a:defRPr sz="1467">
                <a:solidFill>
                  <a:schemeClr val="bg1"/>
                </a:solidFill>
                <a:latin typeface="+mj-lt"/>
              </a:defRPr>
            </a:lvl1pPr>
          </a:lstStyle>
          <a:p>
            <a:endParaRPr lang="nl-NL"/>
          </a:p>
        </p:txBody>
      </p:sp>
      <p:sp>
        <p:nvSpPr>
          <p:cNvPr id="10" name="Freeform 6"/>
          <p:cNvSpPr>
            <a:spLocks noChangeAspect="1" noEditPoints="1"/>
          </p:cNvSpPr>
          <p:nvPr/>
        </p:nvSpPr>
        <p:spPr bwMode="auto">
          <a:xfrm>
            <a:off x="11116801" y="6292800"/>
            <a:ext cx="757257" cy="225600"/>
          </a:xfrm>
          <a:custGeom>
            <a:avLst/>
            <a:gdLst>
              <a:gd name="T0" fmla="*/ 27 w 480"/>
              <a:gd name="T1" fmla="*/ 80 h 143"/>
              <a:gd name="T2" fmla="*/ 44 w 480"/>
              <a:gd name="T3" fmla="*/ 119 h 143"/>
              <a:gd name="T4" fmla="*/ 70 w 480"/>
              <a:gd name="T5" fmla="*/ 100 h 143"/>
              <a:gd name="T6" fmla="*/ 44 w 480"/>
              <a:gd name="T7" fmla="*/ 21 h 143"/>
              <a:gd name="T8" fmla="*/ 27 w 480"/>
              <a:gd name="T9" fmla="*/ 57 h 143"/>
              <a:gd name="T10" fmla="*/ 66 w 480"/>
              <a:gd name="T11" fmla="*/ 39 h 143"/>
              <a:gd name="T12" fmla="*/ 56 w 480"/>
              <a:gd name="T13" fmla="*/ 140 h 143"/>
              <a:gd name="T14" fmla="*/ 0 w 480"/>
              <a:gd name="T15" fmla="*/ 0 h 143"/>
              <a:gd name="T16" fmla="*/ 84 w 480"/>
              <a:gd name="T17" fmla="*/ 10 h 143"/>
              <a:gd name="T18" fmla="*/ 87 w 480"/>
              <a:gd name="T19" fmla="*/ 57 h 143"/>
              <a:gd name="T20" fmla="*/ 98 w 480"/>
              <a:gd name="T21" fmla="*/ 103 h 143"/>
              <a:gd name="T22" fmla="*/ 162 w 480"/>
              <a:gd name="T23" fmla="*/ 59 h 143"/>
              <a:gd name="T24" fmla="*/ 162 w 480"/>
              <a:gd name="T25" fmla="*/ 123 h 143"/>
              <a:gd name="T26" fmla="*/ 162 w 480"/>
              <a:gd name="T27" fmla="*/ 59 h 143"/>
              <a:gd name="T28" fmla="*/ 113 w 480"/>
              <a:gd name="T29" fmla="*/ 91 h 143"/>
              <a:gd name="T30" fmla="*/ 210 w 480"/>
              <a:gd name="T31" fmla="*/ 91 h 143"/>
              <a:gd name="T32" fmla="*/ 271 w 480"/>
              <a:gd name="T33" fmla="*/ 59 h 143"/>
              <a:gd name="T34" fmla="*/ 271 w 480"/>
              <a:gd name="T35" fmla="*/ 123 h 143"/>
              <a:gd name="T36" fmla="*/ 271 w 480"/>
              <a:gd name="T37" fmla="*/ 59 h 143"/>
              <a:gd name="T38" fmla="*/ 222 w 480"/>
              <a:gd name="T39" fmla="*/ 91 h 143"/>
              <a:gd name="T40" fmla="*/ 320 w 480"/>
              <a:gd name="T41" fmla="*/ 91 h 143"/>
              <a:gd name="T42" fmla="*/ 455 w 480"/>
              <a:gd name="T43" fmla="*/ 140 h 143"/>
              <a:gd name="T44" fmla="*/ 447 w 480"/>
              <a:gd name="T45" fmla="*/ 60 h 143"/>
              <a:gd name="T46" fmla="*/ 420 w 480"/>
              <a:gd name="T47" fmla="*/ 81 h 143"/>
              <a:gd name="T48" fmla="*/ 395 w 480"/>
              <a:gd name="T49" fmla="*/ 140 h 143"/>
              <a:gd name="T50" fmla="*/ 387 w 480"/>
              <a:gd name="T51" fmla="*/ 60 h 143"/>
              <a:gd name="T52" fmla="*/ 361 w 480"/>
              <a:gd name="T53" fmla="*/ 81 h 143"/>
              <a:gd name="T54" fmla="*/ 336 w 480"/>
              <a:gd name="T55" fmla="*/ 140 h 143"/>
              <a:gd name="T56" fmla="*/ 361 w 480"/>
              <a:gd name="T57" fmla="*/ 42 h 143"/>
              <a:gd name="T58" fmla="*/ 394 w 480"/>
              <a:gd name="T59" fmla="*/ 40 h 143"/>
              <a:gd name="T60" fmla="*/ 454 w 480"/>
              <a:gd name="T61" fmla="*/ 40 h 143"/>
              <a:gd name="T62" fmla="*/ 480 w 480"/>
              <a:gd name="T63" fmla="*/ 14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80" h="143">
                <a:moveTo>
                  <a:pt x="44" y="80"/>
                </a:moveTo>
                <a:cubicBezTo>
                  <a:pt x="27" y="80"/>
                  <a:pt x="27" y="80"/>
                  <a:pt x="27" y="80"/>
                </a:cubicBezTo>
                <a:cubicBezTo>
                  <a:pt x="27" y="119"/>
                  <a:pt x="27" y="119"/>
                  <a:pt x="27" y="119"/>
                </a:cubicBezTo>
                <a:cubicBezTo>
                  <a:pt x="44" y="119"/>
                  <a:pt x="44" y="119"/>
                  <a:pt x="44" y="119"/>
                </a:cubicBezTo>
                <a:cubicBezTo>
                  <a:pt x="53" y="119"/>
                  <a:pt x="56" y="118"/>
                  <a:pt x="60" y="116"/>
                </a:cubicBezTo>
                <a:cubicBezTo>
                  <a:pt x="66" y="113"/>
                  <a:pt x="70" y="107"/>
                  <a:pt x="70" y="100"/>
                </a:cubicBezTo>
                <a:cubicBezTo>
                  <a:pt x="70" y="87"/>
                  <a:pt x="61" y="80"/>
                  <a:pt x="44" y="80"/>
                </a:cubicBezTo>
                <a:moveTo>
                  <a:pt x="44" y="21"/>
                </a:moveTo>
                <a:cubicBezTo>
                  <a:pt x="27" y="21"/>
                  <a:pt x="27" y="21"/>
                  <a:pt x="27" y="21"/>
                </a:cubicBezTo>
                <a:cubicBezTo>
                  <a:pt x="27" y="57"/>
                  <a:pt x="27" y="57"/>
                  <a:pt x="27" y="57"/>
                </a:cubicBezTo>
                <a:cubicBezTo>
                  <a:pt x="43" y="57"/>
                  <a:pt x="43" y="57"/>
                  <a:pt x="43" y="57"/>
                </a:cubicBezTo>
                <a:cubicBezTo>
                  <a:pt x="58" y="57"/>
                  <a:pt x="66" y="51"/>
                  <a:pt x="66" y="39"/>
                </a:cubicBezTo>
                <a:cubicBezTo>
                  <a:pt x="66" y="28"/>
                  <a:pt x="58" y="21"/>
                  <a:pt x="44" y="21"/>
                </a:cubicBezTo>
                <a:moveTo>
                  <a:pt x="56" y="140"/>
                </a:moveTo>
                <a:cubicBezTo>
                  <a:pt x="0" y="140"/>
                  <a:pt x="0" y="140"/>
                  <a:pt x="0" y="140"/>
                </a:cubicBezTo>
                <a:cubicBezTo>
                  <a:pt x="0" y="0"/>
                  <a:pt x="0" y="0"/>
                  <a:pt x="0" y="0"/>
                </a:cubicBezTo>
                <a:cubicBezTo>
                  <a:pt x="50" y="0"/>
                  <a:pt x="50" y="0"/>
                  <a:pt x="50" y="0"/>
                </a:cubicBezTo>
                <a:cubicBezTo>
                  <a:pt x="68" y="0"/>
                  <a:pt x="76" y="3"/>
                  <a:pt x="84" y="10"/>
                </a:cubicBezTo>
                <a:cubicBezTo>
                  <a:pt x="91" y="15"/>
                  <a:pt x="95" y="25"/>
                  <a:pt x="95" y="35"/>
                </a:cubicBezTo>
                <a:cubicBezTo>
                  <a:pt x="95" y="42"/>
                  <a:pt x="92" y="51"/>
                  <a:pt x="87" y="57"/>
                </a:cubicBezTo>
                <a:cubicBezTo>
                  <a:pt x="81" y="64"/>
                  <a:pt x="75" y="66"/>
                  <a:pt x="64" y="67"/>
                </a:cubicBezTo>
                <a:cubicBezTo>
                  <a:pt x="85" y="67"/>
                  <a:pt x="98" y="81"/>
                  <a:pt x="98" y="103"/>
                </a:cubicBezTo>
                <a:cubicBezTo>
                  <a:pt x="98" y="127"/>
                  <a:pt x="83" y="140"/>
                  <a:pt x="56" y="140"/>
                </a:cubicBezTo>
                <a:moveTo>
                  <a:pt x="162" y="59"/>
                </a:moveTo>
                <a:cubicBezTo>
                  <a:pt x="149" y="59"/>
                  <a:pt x="139" y="73"/>
                  <a:pt x="139" y="91"/>
                </a:cubicBezTo>
                <a:cubicBezTo>
                  <a:pt x="139" y="108"/>
                  <a:pt x="149" y="123"/>
                  <a:pt x="162" y="123"/>
                </a:cubicBezTo>
                <a:cubicBezTo>
                  <a:pt x="174" y="123"/>
                  <a:pt x="185" y="108"/>
                  <a:pt x="185" y="91"/>
                </a:cubicBezTo>
                <a:cubicBezTo>
                  <a:pt x="185" y="73"/>
                  <a:pt x="174" y="59"/>
                  <a:pt x="162" y="59"/>
                </a:cubicBezTo>
                <a:moveTo>
                  <a:pt x="162" y="143"/>
                </a:moveTo>
                <a:cubicBezTo>
                  <a:pt x="134" y="143"/>
                  <a:pt x="113" y="120"/>
                  <a:pt x="113" y="91"/>
                </a:cubicBezTo>
                <a:cubicBezTo>
                  <a:pt x="113" y="61"/>
                  <a:pt x="134" y="39"/>
                  <a:pt x="162" y="39"/>
                </a:cubicBezTo>
                <a:cubicBezTo>
                  <a:pt x="189" y="39"/>
                  <a:pt x="210" y="61"/>
                  <a:pt x="210" y="91"/>
                </a:cubicBezTo>
                <a:cubicBezTo>
                  <a:pt x="210" y="120"/>
                  <a:pt x="189" y="143"/>
                  <a:pt x="162" y="143"/>
                </a:cubicBezTo>
                <a:moveTo>
                  <a:pt x="271" y="59"/>
                </a:moveTo>
                <a:cubicBezTo>
                  <a:pt x="259" y="59"/>
                  <a:pt x="248" y="73"/>
                  <a:pt x="248" y="91"/>
                </a:cubicBezTo>
                <a:cubicBezTo>
                  <a:pt x="248" y="108"/>
                  <a:pt x="259" y="123"/>
                  <a:pt x="271" y="123"/>
                </a:cubicBezTo>
                <a:cubicBezTo>
                  <a:pt x="284" y="123"/>
                  <a:pt x="294" y="108"/>
                  <a:pt x="294" y="91"/>
                </a:cubicBezTo>
                <a:cubicBezTo>
                  <a:pt x="294" y="73"/>
                  <a:pt x="284" y="59"/>
                  <a:pt x="271" y="59"/>
                </a:cubicBezTo>
                <a:moveTo>
                  <a:pt x="271" y="143"/>
                </a:moveTo>
                <a:cubicBezTo>
                  <a:pt x="243" y="143"/>
                  <a:pt x="222" y="120"/>
                  <a:pt x="222" y="91"/>
                </a:cubicBezTo>
                <a:cubicBezTo>
                  <a:pt x="222" y="61"/>
                  <a:pt x="243" y="39"/>
                  <a:pt x="271" y="39"/>
                </a:cubicBezTo>
                <a:cubicBezTo>
                  <a:pt x="299" y="39"/>
                  <a:pt x="320" y="61"/>
                  <a:pt x="320" y="91"/>
                </a:cubicBezTo>
                <a:cubicBezTo>
                  <a:pt x="320" y="120"/>
                  <a:pt x="299" y="143"/>
                  <a:pt x="271" y="143"/>
                </a:cubicBezTo>
                <a:moveTo>
                  <a:pt x="455" y="140"/>
                </a:moveTo>
                <a:cubicBezTo>
                  <a:pt x="455" y="77"/>
                  <a:pt x="455" y="77"/>
                  <a:pt x="455" y="77"/>
                </a:cubicBezTo>
                <a:cubicBezTo>
                  <a:pt x="455" y="64"/>
                  <a:pt x="453" y="60"/>
                  <a:pt x="447" y="60"/>
                </a:cubicBezTo>
                <a:cubicBezTo>
                  <a:pt x="444" y="60"/>
                  <a:pt x="439" y="62"/>
                  <a:pt x="434" y="67"/>
                </a:cubicBezTo>
                <a:cubicBezTo>
                  <a:pt x="430" y="70"/>
                  <a:pt x="427" y="74"/>
                  <a:pt x="420" y="81"/>
                </a:cubicBezTo>
                <a:cubicBezTo>
                  <a:pt x="420" y="140"/>
                  <a:pt x="420" y="140"/>
                  <a:pt x="420" y="140"/>
                </a:cubicBezTo>
                <a:cubicBezTo>
                  <a:pt x="395" y="140"/>
                  <a:pt x="395" y="140"/>
                  <a:pt x="395" y="140"/>
                </a:cubicBezTo>
                <a:cubicBezTo>
                  <a:pt x="395" y="77"/>
                  <a:pt x="395" y="77"/>
                  <a:pt x="395" y="77"/>
                </a:cubicBezTo>
                <a:cubicBezTo>
                  <a:pt x="395" y="64"/>
                  <a:pt x="393" y="60"/>
                  <a:pt x="387" y="60"/>
                </a:cubicBezTo>
                <a:cubicBezTo>
                  <a:pt x="382" y="60"/>
                  <a:pt x="375" y="65"/>
                  <a:pt x="364" y="77"/>
                </a:cubicBezTo>
                <a:cubicBezTo>
                  <a:pt x="361" y="81"/>
                  <a:pt x="361" y="81"/>
                  <a:pt x="361" y="81"/>
                </a:cubicBezTo>
                <a:cubicBezTo>
                  <a:pt x="361" y="140"/>
                  <a:pt x="361" y="140"/>
                  <a:pt x="361" y="140"/>
                </a:cubicBezTo>
                <a:cubicBezTo>
                  <a:pt x="336" y="140"/>
                  <a:pt x="336" y="140"/>
                  <a:pt x="336" y="140"/>
                </a:cubicBezTo>
                <a:cubicBezTo>
                  <a:pt x="336" y="42"/>
                  <a:pt x="336" y="42"/>
                  <a:pt x="336" y="42"/>
                </a:cubicBezTo>
                <a:cubicBezTo>
                  <a:pt x="361" y="42"/>
                  <a:pt x="361" y="42"/>
                  <a:pt x="361" y="42"/>
                </a:cubicBezTo>
                <a:cubicBezTo>
                  <a:pt x="361" y="58"/>
                  <a:pt x="361" y="58"/>
                  <a:pt x="361" y="58"/>
                </a:cubicBezTo>
                <a:cubicBezTo>
                  <a:pt x="372" y="45"/>
                  <a:pt x="382" y="40"/>
                  <a:pt x="394" y="40"/>
                </a:cubicBezTo>
                <a:cubicBezTo>
                  <a:pt x="409" y="40"/>
                  <a:pt x="417" y="46"/>
                  <a:pt x="420" y="59"/>
                </a:cubicBezTo>
                <a:cubicBezTo>
                  <a:pt x="430" y="46"/>
                  <a:pt x="441" y="40"/>
                  <a:pt x="454" y="40"/>
                </a:cubicBezTo>
                <a:cubicBezTo>
                  <a:pt x="471" y="40"/>
                  <a:pt x="480" y="49"/>
                  <a:pt x="480" y="68"/>
                </a:cubicBezTo>
                <a:cubicBezTo>
                  <a:pt x="480" y="140"/>
                  <a:pt x="480" y="140"/>
                  <a:pt x="480" y="140"/>
                </a:cubicBezTo>
                <a:lnTo>
                  <a:pt x="455" y="140"/>
                </a:lnTo>
                <a:close/>
              </a:path>
            </a:pathLst>
          </a:custGeom>
          <a:solidFill>
            <a:schemeClr val="bg1"/>
          </a:solidFill>
          <a:ln>
            <a:noFill/>
          </a:ln>
        </p:spPr>
        <p:txBody>
          <a:bodyPr vert="horz" wrap="square" lIns="121920" tIns="60960" rIns="121920" bIns="60960" numCol="1" anchor="t" anchorCtr="0" compatLnSpc="1">
            <a:prstTxWarp prst="textNoShape">
              <a:avLst/>
            </a:prstTxWarp>
          </a:bodyPr>
          <a:lstStyle/>
          <a:p>
            <a:endParaRPr lang="nl-NL" sz="2400" dirty="0"/>
          </a:p>
        </p:txBody>
      </p:sp>
    </p:spTree>
    <p:extLst>
      <p:ext uri="{BB962C8B-B14F-4D97-AF65-F5344CB8AC3E}">
        <p14:creationId xmlns:p14="http://schemas.microsoft.com/office/powerpoint/2010/main" val="404249208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Breed">
    <p:spTree>
      <p:nvGrpSpPr>
        <p:cNvPr id="1" name=""/>
        <p:cNvGrpSpPr/>
        <p:nvPr/>
      </p:nvGrpSpPr>
      <p:grpSpPr>
        <a:xfrm>
          <a:off x="0" y="0"/>
          <a:ext cx="0" cy="0"/>
          <a:chOff x="0" y="0"/>
          <a:chExt cx="0" cy="0"/>
        </a:xfrm>
      </p:grpSpPr>
      <p:sp>
        <p:nvSpPr>
          <p:cNvPr id="15" name="***Tijdelijke aanduiding voor tekst 7"/>
          <p:cNvSpPr>
            <a:spLocks noGrp="1"/>
          </p:cNvSpPr>
          <p:nvPr>
            <p:ph type="body" sz="quarter" idx="13" hasCustomPrompt="1"/>
          </p:nvPr>
        </p:nvSpPr>
        <p:spPr>
          <a:xfrm>
            <a:off x="431372" y="164637"/>
            <a:ext cx="5304601" cy="480000"/>
          </a:xfrm>
        </p:spPr>
        <p:txBody>
          <a:bodyPr/>
          <a:lstStyle>
            <a:lvl1pPr marL="0" indent="0">
              <a:buFont typeface="Arial" panose="020B0604020202020204" pitchFamily="34" charset="0"/>
              <a:buNone/>
              <a:defRPr sz="2667">
                <a:solidFill>
                  <a:schemeClr val="bg1"/>
                </a:solidFill>
                <a:latin typeface="+mj-lt"/>
              </a:defRPr>
            </a:lvl1pPr>
            <a:lvl2pPr marL="0" indent="0">
              <a:buNone/>
              <a:defRPr sz="2667">
                <a:solidFill>
                  <a:schemeClr val="bg1"/>
                </a:solidFill>
              </a:defRPr>
            </a:lvl2pPr>
            <a:lvl3pPr marL="0" indent="0">
              <a:buNone/>
              <a:defRPr sz="2667">
                <a:solidFill>
                  <a:schemeClr val="bg1"/>
                </a:solidFill>
              </a:defRPr>
            </a:lvl3pPr>
            <a:lvl4pPr marL="0" indent="0">
              <a:buFont typeface="Arial" panose="020B0604020202020204" pitchFamily="34" charset="0"/>
              <a:buNone/>
              <a:defRPr sz="2667">
                <a:solidFill>
                  <a:schemeClr val="bg1"/>
                </a:solidFill>
              </a:defRPr>
            </a:lvl4pPr>
            <a:lvl5pPr marL="0" indent="0">
              <a:buFont typeface="Arial" panose="020B0604020202020204" pitchFamily="34" charset="0"/>
              <a:buNone/>
              <a:defRPr sz="2667">
                <a:solidFill>
                  <a:schemeClr val="bg1"/>
                </a:solidFill>
              </a:defRPr>
            </a:lvl5pPr>
          </a:lstStyle>
          <a:p>
            <a:pPr lvl="0"/>
            <a:r>
              <a:rPr lang="nl-NL" dirty="0"/>
              <a:t>Typ hier Hoofdstuk en nummer</a:t>
            </a:r>
          </a:p>
        </p:txBody>
      </p:sp>
      <p:sp>
        <p:nvSpPr>
          <p:cNvPr id="18" name="Tijdelijke aanduiding voor tekst 17"/>
          <p:cNvSpPr>
            <a:spLocks noGrp="1"/>
          </p:cNvSpPr>
          <p:nvPr>
            <p:ph type="body" sz="quarter" idx="14" hasCustomPrompt="1"/>
          </p:nvPr>
        </p:nvSpPr>
        <p:spPr>
          <a:xfrm>
            <a:off x="1106525" y="2180861"/>
            <a:ext cx="10367433" cy="3744384"/>
          </a:xfrm>
        </p:spPr>
        <p:txBody>
          <a:bodyPr/>
          <a:lstStyle>
            <a:lvl1pPr>
              <a:defRPr/>
            </a:lvl1pPr>
          </a:lstStyle>
          <a:p>
            <a:pPr lvl="0"/>
            <a:r>
              <a:rPr lang="nl-NL" dirty="0"/>
              <a:t>Tekst</a:t>
            </a:r>
          </a:p>
        </p:txBody>
      </p:sp>
      <p:sp>
        <p:nvSpPr>
          <p:cNvPr id="24" name="Tijdelijke aanduiding voor tekst 23"/>
          <p:cNvSpPr>
            <a:spLocks noGrp="1"/>
          </p:cNvSpPr>
          <p:nvPr>
            <p:ph type="body" sz="quarter" idx="15" hasCustomPrompt="1"/>
          </p:nvPr>
        </p:nvSpPr>
        <p:spPr>
          <a:xfrm>
            <a:off x="1102784" y="1221318"/>
            <a:ext cx="10369549" cy="768349"/>
          </a:xfrm>
        </p:spPr>
        <p:txBody>
          <a:bodyPr/>
          <a:lstStyle>
            <a:lvl1pPr marL="0" indent="0">
              <a:buNone/>
              <a:defRPr sz="5333">
                <a:solidFill>
                  <a:srgbClr val="005DAA"/>
                </a:solidFill>
                <a:latin typeface="Calibri Light" panose="020F0302020204030204" pitchFamily="34" charset="0"/>
              </a:defRPr>
            </a:lvl1pPr>
          </a:lstStyle>
          <a:p>
            <a:pPr lvl="0"/>
            <a:r>
              <a:rPr lang="nl-NL" dirty="0"/>
              <a:t>Titel</a:t>
            </a:r>
          </a:p>
        </p:txBody>
      </p:sp>
      <p:sp>
        <p:nvSpPr>
          <p:cNvPr id="5" name="Tijdelijke aanduiding voor dianummer 5"/>
          <p:cNvSpPr txBox="1">
            <a:spLocks/>
          </p:cNvSpPr>
          <p:nvPr/>
        </p:nvSpPr>
        <p:spPr>
          <a:xfrm>
            <a:off x="290368" y="6278697"/>
            <a:ext cx="1296169" cy="365040"/>
          </a:xfrm>
          <a:prstGeom prst="rect">
            <a:avLst/>
          </a:prstGeom>
        </p:spPr>
        <p:txBody>
          <a:bodyPr vert="horz" lIns="0" tIns="0" rIns="0" bIns="0" rtlCol="0" anchor="ctr">
            <a:noAutofit/>
          </a:bodyPr>
          <a:lstStyle>
            <a:defPPr>
              <a:defRPr lang="nl-NL"/>
            </a:defPPr>
            <a:lvl1pPr marL="0" algn="r" defTabSz="914400" rtl="0" eaLnBrk="1" latinLnBrk="0" hangingPunct="1">
              <a:defRPr sz="1100" kern="1200">
                <a:solidFill>
                  <a:schemeClr val="accent1"/>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nl-NL" sz="1467" noProof="1"/>
              <a:t>pagina  </a:t>
            </a:r>
            <a:fld id="{1336C48C-F87C-4E4B-81EF-5027B17D1F61}" type="slidenum">
              <a:rPr lang="nl-NL" sz="1467" noProof="1" smtClean="0"/>
              <a:pPr algn="l"/>
              <a:t>‹nr.›</a:t>
            </a:fld>
            <a:endParaRPr lang="nl-NL" sz="1467" noProof="1"/>
          </a:p>
        </p:txBody>
      </p:sp>
    </p:spTree>
    <p:extLst>
      <p:ext uri="{BB962C8B-B14F-4D97-AF65-F5344CB8AC3E}">
        <p14:creationId xmlns:p14="http://schemas.microsoft.com/office/powerpoint/2010/main" val="20820306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wee tekstvakken">
    <p:spTree>
      <p:nvGrpSpPr>
        <p:cNvPr id="1" name=""/>
        <p:cNvGrpSpPr/>
        <p:nvPr/>
      </p:nvGrpSpPr>
      <p:grpSpPr>
        <a:xfrm>
          <a:off x="0" y="0"/>
          <a:ext cx="0" cy="0"/>
          <a:chOff x="0" y="0"/>
          <a:chExt cx="0" cy="0"/>
        </a:xfrm>
      </p:grpSpPr>
      <p:sp>
        <p:nvSpPr>
          <p:cNvPr id="15" name="***Tijdelijke aanduiding voor tekst 7"/>
          <p:cNvSpPr>
            <a:spLocks noGrp="1"/>
          </p:cNvSpPr>
          <p:nvPr>
            <p:ph type="body" sz="quarter" idx="13" hasCustomPrompt="1"/>
          </p:nvPr>
        </p:nvSpPr>
        <p:spPr>
          <a:xfrm>
            <a:off x="431372" y="164637"/>
            <a:ext cx="5304601" cy="480000"/>
          </a:xfrm>
        </p:spPr>
        <p:txBody>
          <a:bodyPr/>
          <a:lstStyle>
            <a:lvl1pPr marL="0" indent="0">
              <a:buFont typeface="Arial" panose="020B0604020202020204" pitchFamily="34" charset="0"/>
              <a:buNone/>
              <a:defRPr sz="2667">
                <a:solidFill>
                  <a:schemeClr val="bg1"/>
                </a:solidFill>
                <a:latin typeface="+mj-lt"/>
              </a:defRPr>
            </a:lvl1pPr>
            <a:lvl2pPr marL="0" indent="0">
              <a:buNone/>
              <a:defRPr sz="2667">
                <a:solidFill>
                  <a:schemeClr val="bg1"/>
                </a:solidFill>
              </a:defRPr>
            </a:lvl2pPr>
            <a:lvl3pPr marL="0" indent="0">
              <a:buNone/>
              <a:defRPr sz="2667">
                <a:solidFill>
                  <a:schemeClr val="bg1"/>
                </a:solidFill>
              </a:defRPr>
            </a:lvl3pPr>
            <a:lvl4pPr marL="0" indent="0">
              <a:buFont typeface="Arial" panose="020B0604020202020204" pitchFamily="34" charset="0"/>
              <a:buNone/>
              <a:defRPr sz="2667">
                <a:solidFill>
                  <a:schemeClr val="bg1"/>
                </a:solidFill>
              </a:defRPr>
            </a:lvl4pPr>
            <a:lvl5pPr marL="0" indent="0">
              <a:buFont typeface="Arial" panose="020B0604020202020204" pitchFamily="34" charset="0"/>
              <a:buNone/>
              <a:defRPr sz="2667">
                <a:solidFill>
                  <a:schemeClr val="bg1"/>
                </a:solidFill>
              </a:defRPr>
            </a:lvl5pPr>
          </a:lstStyle>
          <a:p>
            <a:pPr lvl="0"/>
            <a:r>
              <a:rPr lang="nl-NL" dirty="0"/>
              <a:t>Typ hier Hoofdstuk en nummer</a:t>
            </a:r>
          </a:p>
        </p:txBody>
      </p:sp>
      <p:sp>
        <p:nvSpPr>
          <p:cNvPr id="16" name="Content Placeholder 5"/>
          <p:cNvSpPr>
            <a:spLocks noGrp="1"/>
          </p:cNvSpPr>
          <p:nvPr>
            <p:ph idx="1" hasCustomPrompt="1"/>
          </p:nvPr>
        </p:nvSpPr>
        <p:spPr>
          <a:xfrm>
            <a:off x="1103445" y="2564903"/>
            <a:ext cx="4937056" cy="3597143"/>
          </a:xfrm>
        </p:spPr>
        <p:txBody>
          <a:bodyPr/>
          <a:lstStyle>
            <a:lvl1pPr>
              <a:defRPr/>
            </a:lvl1pPr>
            <a:lvl2pPr>
              <a:defRPr/>
            </a:lvl2pPr>
            <a:lvl3pPr>
              <a:defRPr/>
            </a:lvl3pPr>
            <a:lvl4pPr>
              <a:defRPr/>
            </a:lvl4pPr>
          </a:lstStyle>
          <a:p>
            <a:r>
              <a:rPr lang="nl-NL" dirty="0"/>
              <a:t>Tekst</a:t>
            </a:r>
          </a:p>
        </p:txBody>
      </p:sp>
      <p:sp>
        <p:nvSpPr>
          <p:cNvPr id="7" name="Tijdelijke aanduiding voor tekst 23"/>
          <p:cNvSpPr>
            <a:spLocks noGrp="1"/>
          </p:cNvSpPr>
          <p:nvPr>
            <p:ph type="body" sz="quarter" idx="15" hasCustomPrompt="1"/>
          </p:nvPr>
        </p:nvSpPr>
        <p:spPr>
          <a:xfrm>
            <a:off x="1102784" y="1221318"/>
            <a:ext cx="10369549" cy="768349"/>
          </a:xfrm>
        </p:spPr>
        <p:txBody>
          <a:bodyPr/>
          <a:lstStyle>
            <a:lvl1pPr marL="0" indent="0">
              <a:buNone/>
              <a:defRPr sz="5333">
                <a:solidFill>
                  <a:srgbClr val="005DAA"/>
                </a:solidFill>
                <a:latin typeface="Calibri Light" panose="020F0302020204030204" pitchFamily="34" charset="0"/>
              </a:defRPr>
            </a:lvl1pPr>
          </a:lstStyle>
          <a:p>
            <a:pPr lvl="0"/>
            <a:r>
              <a:rPr lang="nl-NL" dirty="0"/>
              <a:t>Titel</a:t>
            </a:r>
          </a:p>
        </p:txBody>
      </p:sp>
      <p:sp>
        <p:nvSpPr>
          <p:cNvPr id="3" name="Tijdelijke aanduiding voor inhoud 2"/>
          <p:cNvSpPr>
            <a:spLocks noGrp="1"/>
          </p:cNvSpPr>
          <p:nvPr>
            <p:ph sz="quarter" idx="16" hasCustomPrompt="1"/>
          </p:nvPr>
        </p:nvSpPr>
        <p:spPr>
          <a:xfrm>
            <a:off x="1103446" y="1988840"/>
            <a:ext cx="10369549" cy="480053"/>
          </a:xfrm>
        </p:spPr>
        <p:txBody>
          <a:bodyPr/>
          <a:lstStyle>
            <a:lvl1pPr marL="0" indent="0">
              <a:buNone/>
              <a:defRPr sz="3000">
                <a:solidFill>
                  <a:srgbClr val="005DAA"/>
                </a:solidFill>
              </a:defRPr>
            </a:lvl1pPr>
          </a:lstStyle>
          <a:p>
            <a:pPr lvl="0"/>
            <a:r>
              <a:rPr lang="nl-NL" dirty="0"/>
              <a:t>Ondertitel</a:t>
            </a:r>
          </a:p>
        </p:txBody>
      </p:sp>
      <p:sp>
        <p:nvSpPr>
          <p:cNvPr id="4" name="Tijdelijke aanduiding voor inhoud 3"/>
          <p:cNvSpPr>
            <a:spLocks noGrp="1"/>
          </p:cNvSpPr>
          <p:nvPr>
            <p:ph sz="quarter" idx="17" hasCustomPrompt="1"/>
          </p:nvPr>
        </p:nvSpPr>
        <p:spPr>
          <a:xfrm>
            <a:off x="6288618" y="2564903"/>
            <a:ext cx="5183716" cy="3552263"/>
          </a:xfrm>
          <a:ln>
            <a:solidFill>
              <a:schemeClr val="accent1"/>
            </a:solidFill>
          </a:ln>
        </p:spPr>
        <p:txBody>
          <a:bodyPr lIns="0" tIns="0" rIns="0" bIns="0"/>
          <a:lstStyle>
            <a:lvl1pPr>
              <a:defRPr>
                <a:solidFill>
                  <a:schemeClr val="tx1"/>
                </a:solidFill>
              </a:defRPr>
            </a:lvl1pPr>
          </a:lstStyle>
          <a:p>
            <a:pPr lvl="0"/>
            <a:r>
              <a:rPr lang="nl-NL" dirty="0"/>
              <a:t>Tekst</a:t>
            </a:r>
          </a:p>
        </p:txBody>
      </p:sp>
      <p:sp>
        <p:nvSpPr>
          <p:cNvPr id="8" name="Tijdelijke aanduiding voor dianummer 5"/>
          <p:cNvSpPr txBox="1">
            <a:spLocks/>
          </p:cNvSpPr>
          <p:nvPr/>
        </p:nvSpPr>
        <p:spPr>
          <a:xfrm>
            <a:off x="290368" y="6278697"/>
            <a:ext cx="1296169" cy="365040"/>
          </a:xfrm>
          <a:prstGeom prst="rect">
            <a:avLst/>
          </a:prstGeom>
        </p:spPr>
        <p:txBody>
          <a:bodyPr vert="horz" lIns="0" tIns="0" rIns="0" bIns="0" rtlCol="0" anchor="ctr">
            <a:noAutofit/>
          </a:bodyPr>
          <a:lstStyle>
            <a:defPPr>
              <a:defRPr lang="nl-NL"/>
            </a:defPPr>
            <a:lvl1pPr marL="0" algn="r" defTabSz="914400" rtl="0" eaLnBrk="1" latinLnBrk="0" hangingPunct="1">
              <a:defRPr sz="1100" kern="1200">
                <a:solidFill>
                  <a:schemeClr val="accent1"/>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nl-NL" sz="1467" noProof="1"/>
              <a:t>pagina  </a:t>
            </a:r>
            <a:fld id="{1336C48C-F87C-4E4B-81EF-5027B17D1F61}" type="slidenum">
              <a:rPr lang="nl-NL" sz="1467" noProof="1" smtClean="0"/>
              <a:pPr algn="l"/>
              <a:t>‹nr.›</a:t>
            </a:fld>
            <a:endParaRPr lang="nl-NL" sz="1467" noProof="1"/>
          </a:p>
        </p:txBody>
      </p:sp>
    </p:spTree>
    <p:extLst>
      <p:ext uri="{BB962C8B-B14F-4D97-AF65-F5344CB8AC3E}">
        <p14:creationId xmlns:p14="http://schemas.microsoft.com/office/powerpoint/2010/main" val="420119909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pyright">
    <p:bg>
      <p:bgPr>
        <a:solidFill>
          <a:srgbClr val="005DAA"/>
        </a:solidFill>
        <a:effectLst/>
      </p:bgPr>
    </p:bg>
    <p:spTree>
      <p:nvGrpSpPr>
        <p:cNvPr id="1" name=""/>
        <p:cNvGrpSpPr/>
        <p:nvPr/>
      </p:nvGrpSpPr>
      <p:grpSpPr>
        <a:xfrm>
          <a:off x="0" y="0"/>
          <a:ext cx="0" cy="0"/>
          <a:chOff x="0" y="0"/>
          <a:chExt cx="0" cy="0"/>
        </a:xfrm>
      </p:grpSpPr>
      <p:sp>
        <p:nvSpPr>
          <p:cNvPr id="11" name="Ondertitel 2"/>
          <p:cNvSpPr txBox="1">
            <a:spLocks/>
          </p:cNvSpPr>
          <p:nvPr/>
        </p:nvSpPr>
        <p:spPr>
          <a:xfrm>
            <a:off x="623391" y="4061484"/>
            <a:ext cx="11095332" cy="1298816"/>
          </a:xfrm>
          <a:prstGeom prst="rect">
            <a:avLst/>
          </a:prstGeom>
        </p:spPr>
        <p:txBody>
          <a:bodyPr vert="horz" lIns="0" tIns="0" rIns="0" bIns="0" rtlCol="0">
            <a:noAutofit/>
          </a:bodyPr>
          <a:lstStyle>
            <a:lvl1pPr marL="0" indent="0" algn="l" defTabSz="914400" rtl="0" eaLnBrk="1" latinLnBrk="0" hangingPunct="1">
              <a:lnSpc>
                <a:spcPct val="108000"/>
              </a:lnSpc>
              <a:spcBef>
                <a:spcPts val="0"/>
              </a:spcBef>
              <a:buClr>
                <a:schemeClr val="accent1"/>
              </a:buClr>
              <a:buSzPct val="80000"/>
              <a:buFont typeface="Wingdings 2" panose="05020102010507070707" pitchFamily="18" charset="2"/>
              <a:buNone/>
              <a:defRPr sz="1500" b="0" kern="1200">
                <a:solidFill>
                  <a:schemeClr val="bg1"/>
                </a:solidFill>
                <a:latin typeface="+mn-lt"/>
                <a:ea typeface="+mn-ea"/>
                <a:cs typeface="+mn-cs"/>
              </a:defRPr>
            </a:lvl1pPr>
            <a:lvl2pPr marL="457200" indent="0" algn="ctr" defTabSz="914400" rtl="0" eaLnBrk="1" latinLnBrk="0" hangingPunct="1">
              <a:lnSpc>
                <a:spcPct val="108000"/>
              </a:lnSpc>
              <a:spcBef>
                <a:spcPts val="0"/>
              </a:spcBef>
              <a:buClr>
                <a:schemeClr val="accent1"/>
              </a:buClr>
              <a:buFont typeface="Calibri" panose="020F0502020204030204" pitchFamily="34" charset="0"/>
              <a:buNone/>
              <a:defRPr sz="1800" kern="1200">
                <a:solidFill>
                  <a:schemeClr val="tx1">
                    <a:tint val="75000"/>
                  </a:schemeClr>
                </a:solidFill>
                <a:latin typeface="+mn-lt"/>
                <a:ea typeface="+mn-ea"/>
                <a:cs typeface="+mn-cs"/>
              </a:defRPr>
            </a:lvl2pPr>
            <a:lvl3pPr marL="914400" indent="0" algn="ctr" defTabSz="914400" rtl="0" eaLnBrk="1" latinLnBrk="0" hangingPunct="1">
              <a:lnSpc>
                <a:spcPct val="108000"/>
              </a:lnSpc>
              <a:spcBef>
                <a:spcPts val="0"/>
              </a:spcBef>
              <a:buClr>
                <a:schemeClr val="accent1"/>
              </a:buClr>
              <a:buFont typeface="Calibri Light" panose="020F0302020204030204" pitchFamily="34" charset="0"/>
              <a:buNone/>
              <a:defRPr sz="1800" b="0" kern="1200">
                <a:solidFill>
                  <a:schemeClr val="tx1">
                    <a:tint val="75000"/>
                  </a:schemeClr>
                </a:solidFill>
                <a:latin typeface="+mn-lt"/>
                <a:ea typeface="+mn-ea"/>
                <a:cs typeface="+mn-cs"/>
              </a:defRPr>
            </a:lvl3pPr>
            <a:lvl4pPr marL="1371600" indent="0" algn="ctr" defTabSz="914400" rtl="0" eaLnBrk="1" latinLnBrk="0" hangingPunct="1">
              <a:lnSpc>
                <a:spcPct val="108000"/>
              </a:lnSpc>
              <a:spcBef>
                <a:spcPts val="0"/>
              </a:spcBef>
              <a:buFont typeface="Arial" pitchFamily="34" charset="0"/>
              <a:buNone/>
              <a:defRPr sz="1800" b="1" kern="1200">
                <a:solidFill>
                  <a:schemeClr val="tx1">
                    <a:tint val="75000"/>
                  </a:schemeClr>
                </a:solidFill>
                <a:latin typeface="Calibri" panose="020F0502020204030204" pitchFamily="34" charset="0"/>
                <a:ea typeface="+mn-ea"/>
                <a:cs typeface="+mn-cs"/>
              </a:defRPr>
            </a:lvl4pPr>
            <a:lvl5pPr marL="1828800" indent="0" algn="ctr" defTabSz="914400" rtl="0" eaLnBrk="1" latinLnBrk="0" hangingPunct="1">
              <a:lnSpc>
                <a:spcPct val="108000"/>
              </a:lnSpc>
              <a:spcBef>
                <a:spcPts val="0"/>
              </a:spcBef>
              <a:buFont typeface="Arial" pitchFamily="34" charset="0"/>
              <a:buNone/>
              <a:defRPr sz="1800" kern="1200">
                <a:solidFill>
                  <a:schemeClr val="tx1">
                    <a:tint val="75000"/>
                  </a:schemeClr>
                </a:solidFill>
                <a:latin typeface="+mn-lt"/>
                <a:ea typeface="+mn-ea"/>
                <a:cs typeface="+mn-cs"/>
              </a:defRPr>
            </a:lvl5pPr>
            <a:lvl6pPr marL="2286000" indent="0" algn="ctr" defTabSz="914400" rtl="0" eaLnBrk="1" latinLnBrk="0" hangingPunct="1">
              <a:lnSpc>
                <a:spcPct val="108000"/>
              </a:lnSpc>
              <a:spcBef>
                <a:spcPts val="0"/>
              </a:spcBef>
              <a:buFont typeface="Arial" pitchFamily="34" charset="0"/>
              <a:buNone/>
              <a:defRPr sz="1800" kern="1200">
                <a:solidFill>
                  <a:schemeClr val="tx1">
                    <a:tint val="75000"/>
                  </a:schemeClr>
                </a:solidFill>
                <a:latin typeface="+mn-lt"/>
                <a:ea typeface="+mn-ea"/>
                <a:cs typeface="+mn-cs"/>
              </a:defRPr>
            </a:lvl6pPr>
            <a:lvl7pPr marL="2743200" indent="0" algn="ctr" defTabSz="914400" rtl="0" eaLnBrk="1" latinLnBrk="0" hangingPunct="1">
              <a:lnSpc>
                <a:spcPct val="108000"/>
              </a:lnSpc>
              <a:spcBef>
                <a:spcPts val="0"/>
              </a:spcBef>
              <a:buFont typeface="Arial" pitchFamily="34" charset="0"/>
              <a:buNone/>
              <a:defRPr sz="1800" kern="1200">
                <a:solidFill>
                  <a:schemeClr val="tx1">
                    <a:tint val="75000"/>
                  </a:schemeClr>
                </a:solidFill>
                <a:latin typeface="+mn-lt"/>
                <a:ea typeface="+mn-ea"/>
                <a:cs typeface="+mn-cs"/>
              </a:defRPr>
            </a:lvl7pPr>
            <a:lvl8pPr marL="3200400" indent="0" algn="ctr" defTabSz="914400" rtl="0" eaLnBrk="1" latinLnBrk="0" hangingPunct="1">
              <a:lnSpc>
                <a:spcPct val="108000"/>
              </a:lnSpc>
              <a:spcBef>
                <a:spcPts val="0"/>
              </a:spcBef>
              <a:buFont typeface="Arial" pitchFamily="34" charset="0"/>
              <a:buNone/>
              <a:defRPr sz="1800" kern="1200">
                <a:solidFill>
                  <a:schemeClr val="tx1">
                    <a:tint val="75000"/>
                  </a:schemeClr>
                </a:solidFill>
                <a:latin typeface="+mn-lt"/>
                <a:ea typeface="+mn-ea"/>
                <a:cs typeface="+mn-cs"/>
              </a:defRPr>
            </a:lvl8pPr>
            <a:lvl9pPr marL="3657600" indent="0" algn="ctr" defTabSz="914400" rtl="0" eaLnBrk="1" latinLnBrk="0" hangingPunct="1">
              <a:lnSpc>
                <a:spcPct val="108000"/>
              </a:lnSpc>
              <a:spcBef>
                <a:spcPts val="0"/>
              </a:spcBef>
              <a:buFont typeface="Arial" pitchFamily="34" charset="0"/>
              <a:buNone/>
              <a:defRPr sz="1800" kern="1200">
                <a:solidFill>
                  <a:schemeClr val="tx1">
                    <a:tint val="75000"/>
                  </a:schemeClr>
                </a:solidFill>
                <a:latin typeface="+mn-lt"/>
                <a:ea typeface="+mn-ea"/>
                <a:cs typeface="+mn-cs"/>
              </a:defRPr>
            </a:lvl9pPr>
          </a:lstStyle>
          <a:p>
            <a:pPr marL="0" marR="0" lvl="0" indent="0" algn="l" defTabSz="1219170" rtl="0" eaLnBrk="1" fontAlgn="auto" latinLnBrk="0" hangingPunct="1">
              <a:lnSpc>
                <a:spcPct val="108000"/>
              </a:lnSpc>
              <a:spcBef>
                <a:spcPts val="0"/>
              </a:spcBef>
              <a:spcAft>
                <a:spcPts val="0"/>
              </a:spcAft>
              <a:buClr>
                <a:srgbClr val="005DAA"/>
              </a:buClr>
              <a:buSzPct val="80000"/>
              <a:buFont typeface="Wingdings 2" panose="05020102010507070707" pitchFamily="18" charset="2"/>
              <a:buNone/>
              <a:tabLst/>
              <a:defRPr/>
            </a:pPr>
            <a:r>
              <a:rPr kumimoji="0" lang="nl-NL" sz="2000" b="0" i="0" u="none" strike="noStrike" kern="1200" cap="none" spc="0" normalizeH="0" baseline="0" noProof="0" dirty="0">
                <a:ln>
                  <a:noFill/>
                </a:ln>
                <a:solidFill>
                  <a:sysClr val="window" lastClr="FFFFFF"/>
                </a:solidFill>
                <a:effectLst/>
                <a:uLnTx/>
                <a:uFillTx/>
                <a:latin typeface="Calibri"/>
                <a:ea typeface="+mn-ea"/>
                <a:cs typeface="+mn-cs"/>
              </a:rPr>
              <a:t>Behoudens de in of krachtens de Auteurswet gestelde uitzonderingen is het toegestaan het werk met naamsvermelding te vertonen en te delen, mits het werk in de originele staat blijft en niet voor commerciële doeleinden wordt gebruikt. Het is niet toegestaan het werk te gebruiken als basis voor nieuw materiaal.</a:t>
            </a:r>
          </a:p>
        </p:txBody>
      </p:sp>
      <p:grpSp>
        <p:nvGrpSpPr>
          <p:cNvPr id="14" name="Group 78"/>
          <p:cNvGrpSpPr>
            <a:grpSpLocks noChangeAspect="1"/>
          </p:cNvGrpSpPr>
          <p:nvPr/>
        </p:nvGrpSpPr>
        <p:grpSpPr bwMode="auto">
          <a:xfrm>
            <a:off x="629014" y="5583567"/>
            <a:ext cx="1513417" cy="529167"/>
            <a:chOff x="692" y="3562"/>
            <a:chExt cx="715" cy="250"/>
          </a:xfrm>
        </p:grpSpPr>
        <p:sp>
          <p:nvSpPr>
            <p:cNvPr id="15" name="Freeform 79"/>
            <p:cNvSpPr>
              <a:spLocks/>
            </p:cNvSpPr>
            <p:nvPr userDrawn="1"/>
          </p:nvSpPr>
          <p:spPr bwMode="auto">
            <a:xfrm>
              <a:off x="698" y="3568"/>
              <a:ext cx="703" cy="224"/>
            </a:xfrm>
            <a:custGeom>
              <a:avLst/>
              <a:gdLst>
                <a:gd name="T0" fmla="*/ 6959 w 7033"/>
                <a:gd name="T1" fmla="*/ 0 h 2243"/>
                <a:gd name="T2" fmla="*/ 74 w 7033"/>
                <a:gd name="T3" fmla="*/ 0 h 2243"/>
                <a:gd name="T4" fmla="*/ 0 w 7033"/>
                <a:gd name="T5" fmla="*/ 73 h 2243"/>
                <a:gd name="T6" fmla="*/ 0 w 7033"/>
                <a:gd name="T7" fmla="*/ 1696 h 2243"/>
                <a:gd name="T8" fmla="*/ 258 w 7033"/>
                <a:gd name="T9" fmla="*/ 1696 h 2243"/>
                <a:gd name="T10" fmla="*/ 1185 w 7033"/>
                <a:gd name="T11" fmla="*/ 2243 h 2243"/>
                <a:gd name="T12" fmla="*/ 2111 w 7033"/>
                <a:gd name="T13" fmla="*/ 1696 h 2243"/>
                <a:gd name="T14" fmla="*/ 7033 w 7033"/>
                <a:gd name="T15" fmla="*/ 1696 h 2243"/>
                <a:gd name="T16" fmla="*/ 7033 w 7033"/>
                <a:gd name="T17" fmla="*/ 73 h 2243"/>
                <a:gd name="T18" fmla="*/ 6959 w 7033"/>
                <a:gd name="T19" fmla="*/ 0 h 22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7033" h="2243">
                  <a:moveTo>
                    <a:pt x="6959" y="0"/>
                  </a:moveTo>
                  <a:cubicBezTo>
                    <a:pt x="74" y="0"/>
                    <a:pt x="74" y="0"/>
                    <a:pt x="74" y="0"/>
                  </a:cubicBezTo>
                  <a:cubicBezTo>
                    <a:pt x="33" y="0"/>
                    <a:pt x="0" y="33"/>
                    <a:pt x="0" y="73"/>
                  </a:cubicBezTo>
                  <a:cubicBezTo>
                    <a:pt x="0" y="73"/>
                    <a:pt x="0" y="1015"/>
                    <a:pt x="0" y="1696"/>
                  </a:cubicBezTo>
                  <a:cubicBezTo>
                    <a:pt x="258" y="1696"/>
                    <a:pt x="258" y="1696"/>
                    <a:pt x="258" y="1696"/>
                  </a:cubicBezTo>
                  <a:cubicBezTo>
                    <a:pt x="438" y="2022"/>
                    <a:pt x="786" y="2243"/>
                    <a:pt x="1185" y="2243"/>
                  </a:cubicBezTo>
                  <a:cubicBezTo>
                    <a:pt x="1583" y="2243"/>
                    <a:pt x="1931" y="2022"/>
                    <a:pt x="2111" y="1696"/>
                  </a:cubicBezTo>
                  <a:cubicBezTo>
                    <a:pt x="7033" y="1696"/>
                    <a:pt x="7033" y="1696"/>
                    <a:pt x="7033" y="1696"/>
                  </a:cubicBezTo>
                  <a:cubicBezTo>
                    <a:pt x="7033" y="1015"/>
                    <a:pt x="7033" y="73"/>
                    <a:pt x="7033" y="73"/>
                  </a:cubicBezTo>
                  <a:cubicBezTo>
                    <a:pt x="7033" y="33"/>
                    <a:pt x="7000" y="0"/>
                    <a:pt x="6959" y="0"/>
                  </a:cubicBezTo>
                  <a:close/>
                </a:path>
              </a:pathLst>
            </a:custGeom>
            <a:solidFill>
              <a:srgbClr val="AAB2AB"/>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sz="2400"/>
            </a:p>
          </p:txBody>
        </p:sp>
        <p:sp>
          <p:nvSpPr>
            <p:cNvPr id="16" name="Freeform 80"/>
            <p:cNvSpPr>
              <a:spLocks noEditPoints="1"/>
            </p:cNvSpPr>
            <p:nvPr userDrawn="1"/>
          </p:nvSpPr>
          <p:spPr bwMode="auto">
            <a:xfrm>
              <a:off x="692" y="3562"/>
              <a:ext cx="715" cy="250"/>
            </a:xfrm>
            <a:custGeom>
              <a:avLst/>
              <a:gdLst>
                <a:gd name="T0" fmla="*/ 3192 w 7153"/>
                <a:gd name="T1" fmla="*/ 1005 h 2504"/>
                <a:gd name="T2" fmla="*/ 2978 w 7153"/>
                <a:gd name="T3" fmla="*/ 1005 h 2504"/>
                <a:gd name="T4" fmla="*/ 2943 w 7153"/>
                <a:gd name="T5" fmla="*/ 678 h 2504"/>
                <a:gd name="T6" fmla="*/ 1007 w 7153"/>
                <a:gd name="T7" fmla="*/ 1330 h 2504"/>
                <a:gd name="T8" fmla="*/ 1111 w 7153"/>
                <a:gd name="T9" fmla="*/ 1075 h 2504"/>
                <a:gd name="T10" fmla="*/ 794 w 7153"/>
                <a:gd name="T11" fmla="*/ 954 h 2504"/>
                <a:gd name="T12" fmla="*/ 993 w 7153"/>
                <a:gd name="T13" fmla="*/ 1455 h 2504"/>
                <a:gd name="T14" fmla="*/ 1007 w 7153"/>
                <a:gd name="T15" fmla="*/ 1330 h 2504"/>
                <a:gd name="T16" fmla="*/ 1545 w 7153"/>
                <a:gd name="T17" fmla="*/ 999 h 2504"/>
                <a:gd name="T18" fmla="*/ 1527 w 7153"/>
                <a:gd name="T19" fmla="*/ 876 h 2504"/>
                <a:gd name="T20" fmla="*/ 1330 w 7153"/>
                <a:gd name="T21" fmla="*/ 1378 h 2504"/>
                <a:gd name="T22" fmla="*/ 1659 w 7153"/>
                <a:gd name="T23" fmla="*/ 1249 h 2504"/>
                <a:gd name="T24" fmla="*/ 3182 w 7153"/>
                <a:gd name="T25" fmla="*/ 544 h 2504"/>
                <a:gd name="T26" fmla="*/ 3085 w 7153"/>
                <a:gd name="T27" fmla="*/ 640 h 2504"/>
                <a:gd name="T28" fmla="*/ 1910 w 7153"/>
                <a:gd name="T29" fmla="*/ 1820 h 2504"/>
                <a:gd name="T30" fmla="*/ 314 w 7153"/>
                <a:gd name="T31" fmla="*/ 1165 h 2504"/>
                <a:gd name="T32" fmla="*/ 1906 w 7153"/>
                <a:gd name="T33" fmla="*/ 504 h 2504"/>
                <a:gd name="T34" fmla="*/ 1786 w 7153"/>
                <a:gd name="T35" fmla="*/ 624 h 2504"/>
                <a:gd name="T36" fmla="*/ 482 w 7153"/>
                <a:gd name="T37" fmla="*/ 1166 h 2504"/>
                <a:gd name="T38" fmla="*/ 1790 w 7153"/>
                <a:gd name="T39" fmla="*/ 1700 h 2504"/>
                <a:gd name="T40" fmla="*/ 6689 w 7153"/>
                <a:gd name="T41" fmla="*/ 1379 h 2504"/>
                <a:gd name="T42" fmla="*/ 5504 w 7153"/>
                <a:gd name="T43" fmla="*/ 893 h 2504"/>
                <a:gd name="T44" fmla="*/ 6686 w 7153"/>
                <a:gd name="T45" fmla="*/ 403 h 2504"/>
                <a:gd name="T46" fmla="*/ 6762 w 7153"/>
                <a:gd name="T47" fmla="*/ 893 h 2504"/>
                <a:gd name="T48" fmla="*/ 5798 w 7153"/>
                <a:gd name="T49" fmla="*/ 492 h 2504"/>
                <a:gd name="T50" fmla="*/ 6196 w 7153"/>
                <a:gd name="T51" fmla="*/ 1458 h 2504"/>
                <a:gd name="T52" fmla="*/ 3579 w 7153"/>
                <a:gd name="T53" fmla="*/ 1379 h 2504"/>
                <a:gd name="T54" fmla="*/ 2394 w 7153"/>
                <a:gd name="T55" fmla="*/ 893 h 2504"/>
                <a:gd name="T56" fmla="*/ 3575 w 7153"/>
                <a:gd name="T57" fmla="*/ 403 h 2504"/>
                <a:gd name="T58" fmla="*/ 3485 w 7153"/>
                <a:gd name="T59" fmla="*/ 492 h 2504"/>
                <a:gd name="T60" fmla="*/ 2518 w 7153"/>
                <a:gd name="T61" fmla="*/ 893 h 2504"/>
                <a:gd name="T62" fmla="*/ 3489 w 7153"/>
                <a:gd name="T63" fmla="*/ 1289 h 2504"/>
                <a:gd name="T64" fmla="*/ 7123 w 7153"/>
                <a:gd name="T65" fmla="*/ 2504 h 2504"/>
                <a:gd name="T66" fmla="*/ 0 w 7153"/>
                <a:gd name="T67" fmla="*/ 134 h 2504"/>
                <a:gd name="T68" fmla="*/ 7153 w 7153"/>
                <a:gd name="T69" fmla="*/ 134 h 2504"/>
                <a:gd name="T70" fmla="*/ 134 w 7153"/>
                <a:gd name="T71" fmla="*/ 61 h 2504"/>
                <a:gd name="T72" fmla="*/ 318 w 7153"/>
                <a:gd name="T73" fmla="*/ 1757 h 2504"/>
                <a:gd name="T74" fmla="*/ 7093 w 7153"/>
                <a:gd name="T75" fmla="*/ 1757 h 2504"/>
                <a:gd name="T76" fmla="*/ 6457 w 7153"/>
                <a:gd name="T77" fmla="*/ 849 h 2504"/>
                <a:gd name="T78" fmla="*/ 5954 w 7153"/>
                <a:gd name="T79" fmla="*/ 849 h 2504"/>
                <a:gd name="T80" fmla="*/ 6457 w 7153"/>
                <a:gd name="T81" fmla="*/ 952 h 2504"/>
                <a:gd name="T82" fmla="*/ 5131 w 7153"/>
                <a:gd name="T83" fmla="*/ 402 h 2504"/>
                <a:gd name="T84" fmla="*/ 4639 w 7153"/>
                <a:gd name="T85" fmla="*/ 1585 h 2504"/>
                <a:gd name="T86" fmla="*/ 4153 w 7153"/>
                <a:gd name="T87" fmla="*/ 402 h 2504"/>
                <a:gd name="T88" fmla="*/ 5044 w 7153"/>
                <a:gd name="T89" fmla="*/ 1289 h 2504"/>
                <a:gd name="T90" fmla="*/ 4530 w 7153"/>
                <a:gd name="T91" fmla="*/ 1009 h 2504"/>
                <a:gd name="T92" fmla="*/ 4849 w 7153"/>
                <a:gd name="T93" fmla="*/ 1119 h 2504"/>
                <a:gd name="T94" fmla="*/ 4414 w 7153"/>
                <a:gd name="T95" fmla="*/ 1160 h 2504"/>
                <a:gd name="T96" fmla="*/ 4274 w 7153"/>
                <a:gd name="T97" fmla="*/ 927 h 2504"/>
                <a:gd name="T98" fmla="*/ 4339 w 7153"/>
                <a:gd name="T99" fmla="*/ 873 h 2504"/>
                <a:gd name="T100" fmla="*/ 4287 w 7153"/>
                <a:gd name="T101" fmla="*/ 791 h 2504"/>
                <a:gd name="T102" fmla="*/ 4241 w 7153"/>
                <a:gd name="T103" fmla="*/ 1291 h 2504"/>
                <a:gd name="T104" fmla="*/ 4595 w 7153"/>
                <a:gd name="T105" fmla="*/ 927 h 2504"/>
                <a:gd name="T106" fmla="*/ 4595 w 7153"/>
                <a:gd name="T107" fmla="*/ 927 h 2504"/>
                <a:gd name="T108" fmla="*/ 4641 w 7153"/>
                <a:gd name="T109" fmla="*/ 326 h 2504"/>
                <a:gd name="T110" fmla="*/ 4392 w 7153"/>
                <a:gd name="T111" fmla="*/ 688 h 2504"/>
                <a:gd name="T112" fmla="*/ 4872 w 7153"/>
                <a:gd name="T113" fmla="*/ 549 h 2504"/>
                <a:gd name="T114" fmla="*/ 4569 w 7153"/>
                <a:gd name="T115" fmla="*/ 715 h 2504"/>
                <a:gd name="T116" fmla="*/ 4820 w 7153"/>
                <a:gd name="T117" fmla="*/ 791 h 2504"/>
                <a:gd name="T118" fmla="*/ 5189 w 7153"/>
                <a:gd name="T119" fmla="*/ 1041 h 250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Lst>
              <a:rect l="0" t="0" r="r" b="b"/>
              <a:pathLst>
                <a:path w="7153" h="2504">
                  <a:moveTo>
                    <a:pt x="3271" y="722"/>
                  </a:moveTo>
                  <a:cubicBezTo>
                    <a:pt x="3271" y="1005"/>
                    <a:pt x="3271" y="1005"/>
                    <a:pt x="3271" y="1005"/>
                  </a:cubicBezTo>
                  <a:cubicBezTo>
                    <a:pt x="3192" y="1005"/>
                    <a:pt x="3192" y="1005"/>
                    <a:pt x="3192" y="1005"/>
                  </a:cubicBezTo>
                  <a:cubicBezTo>
                    <a:pt x="3192" y="1340"/>
                    <a:pt x="3192" y="1340"/>
                    <a:pt x="3192" y="1340"/>
                  </a:cubicBezTo>
                  <a:cubicBezTo>
                    <a:pt x="2978" y="1340"/>
                    <a:pt x="2978" y="1340"/>
                    <a:pt x="2978" y="1340"/>
                  </a:cubicBezTo>
                  <a:cubicBezTo>
                    <a:pt x="2978" y="1005"/>
                    <a:pt x="2978" y="1005"/>
                    <a:pt x="2978" y="1005"/>
                  </a:cubicBezTo>
                  <a:cubicBezTo>
                    <a:pt x="2899" y="1005"/>
                    <a:pt x="2899" y="1005"/>
                    <a:pt x="2899" y="1005"/>
                  </a:cubicBezTo>
                  <a:cubicBezTo>
                    <a:pt x="2899" y="722"/>
                    <a:pt x="2899" y="722"/>
                    <a:pt x="2899" y="722"/>
                  </a:cubicBezTo>
                  <a:cubicBezTo>
                    <a:pt x="2899" y="698"/>
                    <a:pt x="2919" y="678"/>
                    <a:pt x="2943" y="678"/>
                  </a:cubicBezTo>
                  <a:cubicBezTo>
                    <a:pt x="3226" y="678"/>
                    <a:pt x="3226" y="678"/>
                    <a:pt x="3226" y="678"/>
                  </a:cubicBezTo>
                  <a:cubicBezTo>
                    <a:pt x="3251" y="678"/>
                    <a:pt x="3271" y="698"/>
                    <a:pt x="3271" y="722"/>
                  </a:cubicBezTo>
                  <a:close/>
                  <a:moveTo>
                    <a:pt x="1007" y="1330"/>
                  </a:moveTo>
                  <a:cubicBezTo>
                    <a:pt x="925" y="1330"/>
                    <a:pt x="883" y="1275"/>
                    <a:pt x="883" y="1164"/>
                  </a:cubicBezTo>
                  <a:cubicBezTo>
                    <a:pt x="883" y="1054"/>
                    <a:pt x="925" y="999"/>
                    <a:pt x="1007" y="999"/>
                  </a:cubicBezTo>
                  <a:cubicBezTo>
                    <a:pt x="1053" y="999"/>
                    <a:pt x="1088" y="1024"/>
                    <a:pt x="1111" y="1075"/>
                  </a:cubicBezTo>
                  <a:cubicBezTo>
                    <a:pt x="1235" y="1012"/>
                    <a:pt x="1235" y="1012"/>
                    <a:pt x="1235" y="1012"/>
                  </a:cubicBezTo>
                  <a:cubicBezTo>
                    <a:pt x="1185" y="921"/>
                    <a:pt x="1103" y="876"/>
                    <a:pt x="988" y="876"/>
                  </a:cubicBezTo>
                  <a:cubicBezTo>
                    <a:pt x="910" y="876"/>
                    <a:pt x="846" y="902"/>
                    <a:pt x="794" y="954"/>
                  </a:cubicBezTo>
                  <a:cubicBezTo>
                    <a:pt x="742" y="1006"/>
                    <a:pt x="716" y="1077"/>
                    <a:pt x="716" y="1165"/>
                  </a:cubicBezTo>
                  <a:cubicBezTo>
                    <a:pt x="716" y="1256"/>
                    <a:pt x="741" y="1326"/>
                    <a:pt x="791" y="1378"/>
                  </a:cubicBezTo>
                  <a:cubicBezTo>
                    <a:pt x="842" y="1429"/>
                    <a:pt x="909" y="1455"/>
                    <a:pt x="993" y="1455"/>
                  </a:cubicBezTo>
                  <a:cubicBezTo>
                    <a:pt x="1101" y="1455"/>
                    <a:pt x="1183" y="1407"/>
                    <a:pt x="1237" y="1310"/>
                  </a:cubicBezTo>
                  <a:cubicBezTo>
                    <a:pt x="1123" y="1249"/>
                    <a:pt x="1123" y="1249"/>
                    <a:pt x="1123" y="1249"/>
                  </a:cubicBezTo>
                  <a:cubicBezTo>
                    <a:pt x="1100" y="1303"/>
                    <a:pt x="1061" y="1330"/>
                    <a:pt x="1007" y="1330"/>
                  </a:cubicBezTo>
                  <a:close/>
                  <a:moveTo>
                    <a:pt x="1545" y="1330"/>
                  </a:moveTo>
                  <a:cubicBezTo>
                    <a:pt x="1461" y="1330"/>
                    <a:pt x="1419" y="1275"/>
                    <a:pt x="1419" y="1164"/>
                  </a:cubicBezTo>
                  <a:cubicBezTo>
                    <a:pt x="1419" y="1054"/>
                    <a:pt x="1461" y="999"/>
                    <a:pt x="1545" y="999"/>
                  </a:cubicBezTo>
                  <a:cubicBezTo>
                    <a:pt x="1590" y="999"/>
                    <a:pt x="1624" y="1024"/>
                    <a:pt x="1647" y="1075"/>
                  </a:cubicBezTo>
                  <a:cubicBezTo>
                    <a:pt x="1773" y="1012"/>
                    <a:pt x="1773" y="1012"/>
                    <a:pt x="1773" y="1012"/>
                  </a:cubicBezTo>
                  <a:cubicBezTo>
                    <a:pt x="1723" y="921"/>
                    <a:pt x="1641" y="876"/>
                    <a:pt x="1527" y="876"/>
                  </a:cubicBezTo>
                  <a:cubicBezTo>
                    <a:pt x="1448" y="876"/>
                    <a:pt x="1383" y="902"/>
                    <a:pt x="1332" y="954"/>
                  </a:cubicBezTo>
                  <a:cubicBezTo>
                    <a:pt x="1280" y="1006"/>
                    <a:pt x="1255" y="1077"/>
                    <a:pt x="1255" y="1165"/>
                  </a:cubicBezTo>
                  <a:cubicBezTo>
                    <a:pt x="1255" y="1256"/>
                    <a:pt x="1280" y="1326"/>
                    <a:pt x="1330" y="1378"/>
                  </a:cubicBezTo>
                  <a:cubicBezTo>
                    <a:pt x="1381" y="1429"/>
                    <a:pt x="1448" y="1455"/>
                    <a:pt x="1531" y="1455"/>
                  </a:cubicBezTo>
                  <a:cubicBezTo>
                    <a:pt x="1640" y="1455"/>
                    <a:pt x="1721" y="1407"/>
                    <a:pt x="1775" y="1310"/>
                  </a:cubicBezTo>
                  <a:cubicBezTo>
                    <a:pt x="1659" y="1249"/>
                    <a:pt x="1659" y="1249"/>
                    <a:pt x="1659" y="1249"/>
                  </a:cubicBezTo>
                  <a:cubicBezTo>
                    <a:pt x="1637" y="1303"/>
                    <a:pt x="1599" y="1330"/>
                    <a:pt x="1545" y="1330"/>
                  </a:cubicBezTo>
                  <a:close/>
                  <a:moveTo>
                    <a:pt x="3085" y="640"/>
                  </a:moveTo>
                  <a:cubicBezTo>
                    <a:pt x="3138" y="640"/>
                    <a:pt x="3182" y="597"/>
                    <a:pt x="3182" y="544"/>
                  </a:cubicBezTo>
                  <a:cubicBezTo>
                    <a:pt x="3182" y="490"/>
                    <a:pt x="3138" y="447"/>
                    <a:pt x="3085" y="447"/>
                  </a:cubicBezTo>
                  <a:cubicBezTo>
                    <a:pt x="3031" y="447"/>
                    <a:pt x="2988" y="490"/>
                    <a:pt x="2988" y="544"/>
                  </a:cubicBezTo>
                  <a:cubicBezTo>
                    <a:pt x="2988" y="597"/>
                    <a:pt x="3031" y="640"/>
                    <a:pt x="3085" y="640"/>
                  </a:cubicBezTo>
                  <a:close/>
                  <a:moveTo>
                    <a:pt x="1906" y="504"/>
                  </a:moveTo>
                  <a:cubicBezTo>
                    <a:pt x="2086" y="684"/>
                    <a:pt x="2176" y="904"/>
                    <a:pt x="2176" y="1165"/>
                  </a:cubicBezTo>
                  <a:cubicBezTo>
                    <a:pt x="2176" y="1427"/>
                    <a:pt x="2088" y="1645"/>
                    <a:pt x="1910" y="1820"/>
                  </a:cubicBezTo>
                  <a:cubicBezTo>
                    <a:pt x="1722" y="2005"/>
                    <a:pt x="1500" y="2098"/>
                    <a:pt x="1244" y="2098"/>
                  </a:cubicBezTo>
                  <a:cubicBezTo>
                    <a:pt x="991" y="2098"/>
                    <a:pt x="772" y="2006"/>
                    <a:pt x="589" y="1823"/>
                  </a:cubicBezTo>
                  <a:cubicBezTo>
                    <a:pt x="406" y="1639"/>
                    <a:pt x="314" y="1420"/>
                    <a:pt x="314" y="1165"/>
                  </a:cubicBezTo>
                  <a:cubicBezTo>
                    <a:pt x="314" y="911"/>
                    <a:pt x="406" y="690"/>
                    <a:pt x="589" y="504"/>
                  </a:cubicBezTo>
                  <a:cubicBezTo>
                    <a:pt x="768" y="323"/>
                    <a:pt x="986" y="233"/>
                    <a:pt x="1244" y="233"/>
                  </a:cubicBezTo>
                  <a:cubicBezTo>
                    <a:pt x="1505" y="233"/>
                    <a:pt x="1726" y="323"/>
                    <a:pt x="1906" y="504"/>
                  </a:cubicBezTo>
                  <a:close/>
                  <a:moveTo>
                    <a:pt x="1790" y="1700"/>
                  </a:moveTo>
                  <a:cubicBezTo>
                    <a:pt x="1936" y="1558"/>
                    <a:pt x="2009" y="1380"/>
                    <a:pt x="2009" y="1166"/>
                  </a:cubicBezTo>
                  <a:cubicBezTo>
                    <a:pt x="2009" y="953"/>
                    <a:pt x="1935" y="772"/>
                    <a:pt x="1786" y="624"/>
                  </a:cubicBezTo>
                  <a:cubicBezTo>
                    <a:pt x="1638" y="475"/>
                    <a:pt x="1458" y="401"/>
                    <a:pt x="1247" y="401"/>
                  </a:cubicBezTo>
                  <a:cubicBezTo>
                    <a:pt x="1035" y="401"/>
                    <a:pt x="856" y="475"/>
                    <a:pt x="710" y="625"/>
                  </a:cubicBezTo>
                  <a:cubicBezTo>
                    <a:pt x="558" y="779"/>
                    <a:pt x="482" y="959"/>
                    <a:pt x="482" y="1166"/>
                  </a:cubicBezTo>
                  <a:cubicBezTo>
                    <a:pt x="482" y="1372"/>
                    <a:pt x="557" y="1551"/>
                    <a:pt x="708" y="1702"/>
                  </a:cubicBezTo>
                  <a:cubicBezTo>
                    <a:pt x="859" y="1853"/>
                    <a:pt x="1038" y="1928"/>
                    <a:pt x="1247" y="1928"/>
                  </a:cubicBezTo>
                  <a:cubicBezTo>
                    <a:pt x="1455" y="1928"/>
                    <a:pt x="1636" y="1852"/>
                    <a:pt x="1790" y="1700"/>
                  </a:cubicBezTo>
                  <a:close/>
                  <a:moveTo>
                    <a:pt x="6686" y="403"/>
                  </a:moveTo>
                  <a:cubicBezTo>
                    <a:pt x="6820" y="536"/>
                    <a:pt x="6887" y="700"/>
                    <a:pt x="6887" y="893"/>
                  </a:cubicBezTo>
                  <a:cubicBezTo>
                    <a:pt x="6887" y="1087"/>
                    <a:pt x="6821" y="1249"/>
                    <a:pt x="6689" y="1379"/>
                  </a:cubicBezTo>
                  <a:cubicBezTo>
                    <a:pt x="6550" y="1516"/>
                    <a:pt x="6385" y="1585"/>
                    <a:pt x="6195" y="1585"/>
                  </a:cubicBezTo>
                  <a:cubicBezTo>
                    <a:pt x="6007" y="1585"/>
                    <a:pt x="5844" y="1517"/>
                    <a:pt x="5708" y="1381"/>
                  </a:cubicBezTo>
                  <a:cubicBezTo>
                    <a:pt x="5572" y="1245"/>
                    <a:pt x="5504" y="1082"/>
                    <a:pt x="5504" y="893"/>
                  </a:cubicBezTo>
                  <a:cubicBezTo>
                    <a:pt x="5504" y="704"/>
                    <a:pt x="5572" y="541"/>
                    <a:pt x="5708" y="403"/>
                  </a:cubicBezTo>
                  <a:cubicBezTo>
                    <a:pt x="5841" y="269"/>
                    <a:pt x="6003" y="202"/>
                    <a:pt x="6195" y="202"/>
                  </a:cubicBezTo>
                  <a:cubicBezTo>
                    <a:pt x="6388" y="202"/>
                    <a:pt x="6552" y="269"/>
                    <a:pt x="6686" y="403"/>
                  </a:cubicBezTo>
                  <a:close/>
                  <a:moveTo>
                    <a:pt x="6196" y="1458"/>
                  </a:moveTo>
                  <a:cubicBezTo>
                    <a:pt x="6351" y="1458"/>
                    <a:pt x="6485" y="1402"/>
                    <a:pt x="6600" y="1289"/>
                  </a:cubicBezTo>
                  <a:cubicBezTo>
                    <a:pt x="6708" y="1184"/>
                    <a:pt x="6762" y="1052"/>
                    <a:pt x="6762" y="893"/>
                  </a:cubicBezTo>
                  <a:cubicBezTo>
                    <a:pt x="6762" y="735"/>
                    <a:pt x="6707" y="602"/>
                    <a:pt x="6596" y="492"/>
                  </a:cubicBezTo>
                  <a:cubicBezTo>
                    <a:pt x="6486" y="382"/>
                    <a:pt x="6353" y="327"/>
                    <a:pt x="6196" y="327"/>
                  </a:cubicBezTo>
                  <a:cubicBezTo>
                    <a:pt x="6039" y="327"/>
                    <a:pt x="5907" y="382"/>
                    <a:pt x="5798" y="492"/>
                  </a:cubicBezTo>
                  <a:cubicBezTo>
                    <a:pt x="5685" y="607"/>
                    <a:pt x="5629" y="740"/>
                    <a:pt x="5629" y="893"/>
                  </a:cubicBezTo>
                  <a:cubicBezTo>
                    <a:pt x="5629" y="1047"/>
                    <a:pt x="5685" y="1179"/>
                    <a:pt x="5797" y="1291"/>
                  </a:cubicBezTo>
                  <a:cubicBezTo>
                    <a:pt x="5908" y="1402"/>
                    <a:pt x="6042" y="1458"/>
                    <a:pt x="6196" y="1458"/>
                  </a:cubicBezTo>
                  <a:close/>
                  <a:moveTo>
                    <a:pt x="3575" y="403"/>
                  </a:moveTo>
                  <a:cubicBezTo>
                    <a:pt x="3709" y="536"/>
                    <a:pt x="3776" y="700"/>
                    <a:pt x="3776" y="893"/>
                  </a:cubicBezTo>
                  <a:cubicBezTo>
                    <a:pt x="3776" y="1087"/>
                    <a:pt x="3710" y="1249"/>
                    <a:pt x="3579" y="1379"/>
                  </a:cubicBezTo>
                  <a:cubicBezTo>
                    <a:pt x="3439" y="1516"/>
                    <a:pt x="3274" y="1584"/>
                    <a:pt x="3084" y="1584"/>
                  </a:cubicBezTo>
                  <a:cubicBezTo>
                    <a:pt x="2896" y="1584"/>
                    <a:pt x="2734" y="1517"/>
                    <a:pt x="2598" y="1381"/>
                  </a:cubicBezTo>
                  <a:cubicBezTo>
                    <a:pt x="2462" y="1245"/>
                    <a:pt x="2394" y="1082"/>
                    <a:pt x="2394" y="893"/>
                  </a:cubicBezTo>
                  <a:cubicBezTo>
                    <a:pt x="2394" y="704"/>
                    <a:pt x="2462" y="541"/>
                    <a:pt x="2598" y="403"/>
                  </a:cubicBezTo>
                  <a:cubicBezTo>
                    <a:pt x="2730" y="269"/>
                    <a:pt x="2893" y="202"/>
                    <a:pt x="3084" y="202"/>
                  </a:cubicBezTo>
                  <a:cubicBezTo>
                    <a:pt x="3278" y="202"/>
                    <a:pt x="3442" y="269"/>
                    <a:pt x="3575" y="403"/>
                  </a:cubicBezTo>
                  <a:close/>
                  <a:moveTo>
                    <a:pt x="3489" y="1289"/>
                  </a:moveTo>
                  <a:cubicBezTo>
                    <a:pt x="3597" y="1184"/>
                    <a:pt x="3652" y="1052"/>
                    <a:pt x="3652" y="893"/>
                  </a:cubicBezTo>
                  <a:cubicBezTo>
                    <a:pt x="3652" y="736"/>
                    <a:pt x="3596" y="602"/>
                    <a:pt x="3485" y="492"/>
                  </a:cubicBezTo>
                  <a:cubicBezTo>
                    <a:pt x="3376" y="382"/>
                    <a:pt x="3243" y="327"/>
                    <a:pt x="3086" y="327"/>
                  </a:cubicBezTo>
                  <a:cubicBezTo>
                    <a:pt x="2929" y="327"/>
                    <a:pt x="2796" y="382"/>
                    <a:pt x="2688" y="492"/>
                  </a:cubicBezTo>
                  <a:cubicBezTo>
                    <a:pt x="2575" y="607"/>
                    <a:pt x="2518" y="740"/>
                    <a:pt x="2518" y="893"/>
                  </a:cubicBezTo>
                  <a:cubicBezTo>
                    <a:pt x="2518" y="1047"/>
                    <a:pt x="2574" y="1179"/>
                    <a:pt x="2686" y="1291"/>
                  </a:cubicBezTo>
                  <a:cubicBezTo>
                    <a:pt x="2798" y="1402"/>
                    <a:pt x="2931" y="1458"/>
                    <a:pt x="3086" y="1458"/>
                  </a:cubicBezTo>
                  <a:cubicBezTo>
                    <a:pt x="3240" y="1458"/>
                    <a:pt x="3375" y="1402"/>
                    <a:pt x="3489" y="1289"/>
                  </a:cubicBezTo>
                  <a:close/>
                  <a:moveTo>
                    <a:pt x="7153" y="134"/>
                  </a:moveTo>
                  <a:cubicBezTo>
                    <a:pt x="7153" y="2474"/>
                    <a:pt x="7153" y="2474"/>
                    <a:pt x="7153" y="2474"/>
                  </a:cubicBezTo>
                  <a:cubicBezTo>
                    <a:pt x="7153" y="2490"/>
                    <a:pt x="7140" y="2504"/>
                    <a:pt x="7123" y="2504"/>
                  </a:cubicBezTo>
                  <a:cubicBezTo>
                    <a:pt x="30" y="2504"/>
                    <a:pt x="30" y="2504"/>
                    <a:pt x="30" y="2504"/>
                  </a:cubicBezTo>
                  <a:cubicBezTo>
                    <a:pt x="13" y="2504"/>
                    <a:pt x="0" y="2490"/>
                    <a:pt x="0" y="2474"/>
                  </a:cubicBezTo>
                  <a:cubicBezTo>
                    <a:pt x="0" y="134"/>
                    <a:pt x="0" y="134"/>
                    <a:pt x="0" y="134"/>
                  </a:cubicBezTo>
                  <a:cubicBezTo>
                    <a:pt x="0" y="60"/>
                    <a:pt x="60" y="0"/>
                    <a:pt x="134" y="0"/>
                  </a:cubicBezTo>
                  <a:cubicBezTo>
                    <a:pt x="7019" y="0"/>
                    <a:pt x="7019" y="0"/>
                    <a:pt x="7019" y="0"/>
                  </a:cubicBezTo>
                  <a:cubicBezTo>
                    <a:pt x="7093" y="0"/>
                    <a:pt x="7153" y="60"/>
                    <a:pt x="7153" y="134"/>
                  </a:cubicBezTo>
                  <a:close/>
                  <a:moveTo>
                    <a:pt x="7093" y="134"/>
                  </a:moveTo>
                  <a:cubicBezTo>
                    <a:pt x="7093" y="94"/>
                    <a:pt x="7060" y="61"/>
                    <a:pt x="7019" y="61"/>
                  </a:cubicBezTo>
                  <a:cubicBezTo>
                    <a:pt x="134" y="61"/>
                    <a:pt x="134" y="61"/>
                    <a:pt x="134" y="61"/>
                  </a:cubicBezTo>
                  <a:cubicBezTo>
                    <a:pt x="93" y="61"/>
                    <a:pt x="60" y="94"/>
                    <a:pt x="60" y="134"/>
                  </a:cubicBezTo>
                  <a:cubicBezTo>
                    <a:pt x="60" y="134"/>
                    <a:pt x="60" y="1076"/>
                    <a:pt x="60" y="1757"/>
                  </a:cubicBezTo>
                  <a:cubicBezTo>
                    <a:pt x="318" y="1757"/>
                    <a:pt x="318" y="1757"/>
                    <a:pt x="318" y="1757"/>
                  </a:cubicBezTo>
                  <a:cubicBezTo>
                    <a:pt x="498" y="2083"/>
                    <a:pt x="846" y="2304"/>
                    <a:pt x="1245" y="2304"/>
                  </a:cubicBezTo>
                  <a:cubicBezTo>
                    <a:pt x="1643" y="2304"/>
                    <a:pt x="1991" y="2083"/>
                    <a:pt x="2171" y="1757"/>
                  </a:cubicBezTo>
                  <a:cubicBezTo>
                    <a:pt x="7093" y="1757"/>
                    <a:pt x="7093" y="1757"/>
                    <a:pt x="7093" y="1757"/>
                  </a:cubicBezTo>
                  <a:cubicBezTo>
                    <a:pt x="7093" y="1076"/>
                    <a:pt x="7093" y="134"/>
                    <a:pt x="7093" y="134"/>
                  </a:cubicBezTo>
                  <a:close/>
                  <a:moveTo>
                    <a:pt x="5954" y="849"/>
                  </a:moveTo>
                  <a:cubicBezTo>
                    <a:pt x="6457" y="849"/>
                    <a:pt x="6457" y="849"/>
                    <a:pt x="6457" y="849"/>
                  </a:cubicBezTo>
                  <a:cubicBezTo>
                    <a:pt x="6457" y="730"/>
                    <a:pt x="6457" y="730"/>
                    <a:pt x="6457" y="730"/>
                  </a:cubicBezTo>
                  <a:cubicBezTo>
                    <a:pt x="5954" y="730"/>
                    <a:pt x="5954" y="730"/>
                    <a:pt x="5954" y="730"/>
                  </a:cubicBezTo>
                  <a:lnTo>
                    <a:pt x="5954" y="849"/>
                  </a:lnTo>
                  <a:close/>
                  <a:moveTo>
                    <a:pt x="5954" y="1071"/>
                  </a:moveTo>
                  <a:cubicBezTo>
                    <a:pt x="6457" y="1071"/>
                    <a:pt x="6457" y="1071"/>
                    <a:pt x="6457" y="1071"/>
                  </a:cubicBezTo>
                  <a:cubicBezTo>
                    <a:pt x="6457" y="952"/>
                    <a:pt x="6457" y="952"/>
                    <a:pt x="6457" y="952"/>
                  </a:cubicBezTo>
                  <a:cubicBezTo>
                    <a:pt x="5954" y="952"/>
                    <a:pt x="5954" y="952"/>
                    <a:pt x="5954" y="952"/>
                  </a:cubicBezTo>
                  <a:lnTo>
                    <a:pt x="5954" y="1071"/>
                  </a:lnTo>
                  <a:close/>
                  <a:moveTo>
                    <a:pt x="5131" y="402"/>
                  </a:moveTo>
                  <a:cubicBezTo>
                    <a:pt x="5264" y="536"/>
                    <a:pt x="5331" y="700"/>
                    <a:pt x="5331" y="893"/>
                  </a:cubicBezTo>
                  <a:cubicBezTo>
                    <a:pt x="5331" y="1087"/>
                    <a:pt x="5266" y="1249"/>
                    <a:pt x="5134" y="1379"/>
                  </a:cubicBezTo>
                  <a:cubicBezTo>
                    <a:pt x="4995" y="1516"/>
                    <a:pt x="4830" y="1585"/>
                    <a:pt x="4639" y="1585"/>
                  </a:cubicBezTo>
                  <a:cubicBezTo>
                    <a:pt x="4451" y="1585"/>
                    <a:pt x="4289" y="1517"/>
                    <a:pt x="4153" y="1381"/>
                  </a:cubicBezTo>
                  <a:cubicBezTo>
                    <a:pt x="4017" y="1245"/>
                    <a:pt x="3949" y="1082"/>
                    <a:pt x="3949" y="893"/>
                  </a:cubicBezTo>
                  <a:cubicBezTo>
                    <a:pt x="3949" y="704"/>
                    <a:pt x="4017" y="541"/>
                    <a:pt x="4153" y="402"/>
                  </a:cubicBezTo>
                  <a:cubicBezTo>
                    <a:pt x="4286" y="269"/>
                    <a:pt x="4448" y="202"/>
                    <a:pt x="4639" y="202"/>
                  </a:cubicBezTo>
                  <a:cubicBezTo>
                    <a:pt x="4833" y="202"/>
                    <a:pt x="4997" y="269"/>
                    <a:pt x="5131" y="402"/>
                  </a:cubicBezTo>
                  <a:close/>
                  <a:moveTo>
                    <a:pt x="5044" y="1289"/>
                  </a:moveTo>
                  <a:cubicBezTo>
                    <a:pt x="5082" y="1252"/>
                    <a:pt x="5114" y="1211"/>
                    <a:pt x="5139" y="1168"/>
                  </a:cubicBezTo>
                  <a:cubicBezTo>
                    <a:pt x="4781" y="1009"/>
                    <a:pt x="4781" y="1009"/>
                    <a:pt x="4781" y="1009"/>
                  </a:cubicBezTo>
                  <a:cubicBezTo>
                    <a:pt x="4530" y="1009"/>
                    <a:pt x="4530" y="1009"/>
                    <a:pt x="4530" y="1009"/>
                  </a:cubicBezTo>
                  <a:cubicBezTo>
                    <a:pt x="4538" y="1044"/>
                    <a:pt x="4550" y="1071"/>
                    <a:pt x="4568" y="1090"/>
                  </a:cubicBezTo>
                  <a:cubicBezTo>
                    <a:pt x="4605" y="1132"/>
                    <a:pt x="4659" y="1149"/>
                    <a:pt x="4717" y="1149"/>
                  </a:cubicBezTo>
                  <a:cubicBezTo>
                    <a:pt x="4770" y="1149"/>
                    <a:pt x="4825" y="1132"/>
                    <a:pt x="4849" y="1119"/>
                  </a:cubicBezTo>
                  <a:cubicBezTo>
                    <a:pt x="4877" y="1248"/>
                    <a:pt x="4877" y="1248"/>
                    <a:pt x="4877" y="1248"/>
                  </a:cubicBezTo>
                  <a:cubicBezTo>
                    <a:pt x="4837" y="1270"/>
                    <a:pt x="4770" y="1292"/>
                    <a:pt x="4696" y="1292"/>
                  </a:cubicBezTo>
                  <a:cubicBezTo>
                    <a:pt x="4583" y="1292"/>
                    <a:pt x="4479" y="1245"/>
                    <a:pt x="4414" y="1160"/>
                  </a:cubicBezTo>
                  <a:cubicBezTo>
                    <a:pt x="4383" y="1120"/>
                    <a:pt x="4360" y="1071"/>
                    <a:pt x="4349" y="1009"/>
                  </a:cubicBezTo>
                  <a:cubicBezTo>
                    <a:pt x="4274" y="1009"/>
                    <a:pt x="4274" y="1009"/>
                    <a:pt x="4274" y="1009"/>
                  </a:cubicBezTo>
                  <a:cubicBezTo>
                    <a:pt x="4274" y="927"/>
                    <a:pt x="4274" y="927"/>
                    <a:pt x="4274" y="927"/>
                  </a:cubicBezTo>
                  <a:cubicBezTo>
                    <a:pt x="4337" y="927"/>
                    <a:pt x="4337" y="927"/>
                    <a:pt x="4337" y="927"/>
                  </a:cubicBezTo>
                  <a:cubicBezTo>
                    <a:pt x="4337" y="907"/>
                    <a:pt x="4337" y="907"/>
                    <a:pt x="4337" y="907"/>
                  </a:cubicBezTo>
                  <a:cubicBezTo>
                    <a:pt x="4337" y="896"/>
                    <a:pt x="4339" y="884"/>
                    <a:pt x="4339" y="873"/>
                  </a:cubicBezTo>
                  <a:cubicBezTo>
                    <a:pt x="4274" y="873"/>
                    <a:pt x="4274" y="873"/>
                    <a:pt x="4274" y="873"/>
                  </a:cubicBezTo>
                  <a:cubicBezTo>
                    <a:pt x="4274" y="791"/>
                    <a:pt x="4274" y="791"/>
                    <a:pt x="4274" y="791"/>
                  </a:cubicBezTo>
                  <a:cubicBezTo>
                    <a:pt x="4287" y="791"/>
                    <a:pt x="4287" y="791"/>
                    <a:pt x="4287" y="791"/>
                  </a:cubicBezTo>
                  <a:cubicBezTo>
                    <a:pt x="4104" y="709"/>
                    <a:pt x="4104" y="709"/>
                    <a:pt x="4104" y="709"/>
                  </a:cubicBezTo>
                  <a:cubicBezTo>
                    <a:pt x="4084" y="767"/>
                    <a:pt x="4073" y="828"/>
                    <a:pt x="4073" y="893"/>
                  </a:cubicBezTo>
                  <a:cubicBezTo>
                    <a:pt x="4073" y="1046"/>
                    <a:pt x="4129" y="1179"/>
                    <a:pt x="4241" y="1291"/>
                  </a:cubicBezTo>
                  <a:cubicBezTo>
                    <a:pt x="4353" y="1402"/>
                    <a:pt x="4486" y="1458"/>
                    <a:pt x="4641" y="1458"/>
                  </a:cubicBezTo>
                  <a:cubicBezTo>
                    <a:pt x="4796" y="1458"/>
                    <a:pt x="4930" y="1402"/>
                    <a:pt x="5044" y="1289"/>
                  </a:cubicBezTo>
                  <a:close/>
                  <a:moveTo>
                    <a:pt x="4595" y="927"/>
                  </a:moveTo>
                  <a:cubicBezTo>
                    <a:pt x="4596" y="927"/>
                    <a:pt x="4596" y="927"/>
                    <a:pt x="4596" y="927"/>
                  </a:cubicBezTo>
                  <a:cubicBezTo>
                    <a:pt x="4593" y="926"/>
                    <a:pt x="4593" y="926"/>
                    <a:pt x="4593" y="926"/>
                  </a:cubicBezTo>
                  <a:lnTo>
                    <a:pt x="4595" y="927"/>
                  </a:lnTo>
                  <a:close/>
                  <a:moveTo>
                    <a:pt x="5207" y="893"/>
                  </a:moveTo>
                  <a:cubicBezTo>
                    <a:pt x="5207" y="735"/>
                    <a:pt x="5151" y="602"/>
                    <a:pt x="5041" y="492"/>
                  </a:cubicBezTo>
                  <a:cubicBezTo>
                    <a:pt x="4931" y="382"/>
                    <a:pt x="4798" y="326"/>
                    <a:pt x="4641" y="326"/>
                  </a:cubicBezTo>
                  <a:cubicBezTo>
                    <a:pt x="4484" y="326"/>
                    <a:pt x="4351" y="382"/>
                    <a:pt x="4243" y="492"/>
                  </a:cubicBezTo>
                  <a:cubicBezTo>
                    <a:pt x="4213" y="523"/>
                    <a:pt x="4187" y="554"/>
                    <a:pt x="4165" y="587"/>
                  </a:cubicBezTo>
                  <a:cubicBezTo>
                    <a:pt x="4392" y="688"/>
                    <a:pt x="4392" y="688"/>
                    <a:pt x="4392" y="688"/>
                  </a:cubicBezTo>
                  <a:cubicBezTo>
                    <a:pt x="4404" y="668"/>
                    <a:pt x="4417" y="649"/>
                    <a:pt x="4431" y="632"/>
                  </a:cubicBezTo>
                  <a:cubicBezTo>
                    <a:pt x="4497" y="558"/>
                    <a:pt x="4590" y="514"/>
                    <a:pt x="4699" y="514"/>
                  </a:cubicBezTo>
                  <a:cubicBezTo>
                    <a:pt x="4769" y="514"/>
                    <a:pt x="4830" y="530"/>
                    <a:pt x="4872" y="549"/>
                  </a:cubicBezTo>
                  <a:cubicBezTo>
                    <a:pt x="4840" y="681"/>
                    <a:pt x="4840" y="681"/>
                    <a:pt x="4840" y="681"/>
                  </a:cubicBezTo>
                  <a:cubicBezTo>
                    <a:pt x="4810" y="668"/>
                    <a:pt x="4762" y="653"/>
                    <a:pt x="4711" y="653"/>
                  </a:cubicBezTo>
                  <a:cubicBezTo>
                    <a:pt x="4656" y="653"/>
                    <a:pt x="4605" y="671"/>
                    <a:pt x="4569" y="715"/>
                  </a:cubicBezTo>
                  <a:cubicBezTo>
                    <a:pt x="4559" y="726"/>
                    <a:pt x="4551" y="740"/>
                    <a:pt x="4545" y="755"/>
                  </a:cubicBezTo>
                  <a:cubicBezTo>
                    <a:pt x="4624" y="791"/>
                    <a:pt x="4624" y="791"/>
                    <a:pt x="4624" y="791"/>
                  </a:cubicBezTo>
                  <a:cubicBezTo>
                    <a:pt x="4820" y="791"/>
                    <a:pt x="4820" y="791"/>
                    <a:pt x="4820" y="791"/>
                  </a:cubicBezTo>
                  <a:cubicBezTo>
                    <a:pt x="4820" y="873"/>
                    <a:pt x="4820" y="873"/>
                    <a:pt x="4820" y="873"/>
                  </a:cubicBezTo>
                  <a:cubicBezTo>
                    <a:pt x="4810" y="873"/>
                    <a:pt x="4810" y="873"/>
                    <a:pt x="4810" y="873"/>
                  </a:cubicBezTo>
                  <a:cubicBezTo>
                    <a:pt x="5189" y="1041"/>
                    <a:pt x="5189" y="1041"/>
                    <a:pt x="5189" y="1041"/>
                  </a:cubicBezTo>
                  <a:cubicBezTo>
                    <a:pt x="5201" y="994"/>
                    <a:pt x="5207" y="945"/>
                    <a:pt x="5207" y="893"/>
                  </a:cubicBezTo>
                  <a:close/>
                </a:path>
              </a:pathLst>
            </a:custGeom>
            <a:solidFill>
              <a:srgbClr val="000000"/>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sz="2400"/>
            </a:p>
          </p:txBody>
        </p:sp>
        <p:sp>
          <p:nvSpPr>
            <p:cNvPr id="17" name="Freeform 81"/>
            <p:cNvSpPr>
              <a:spLocks noEditPoints="1"/>
            </p:cNvSpPr>
            <p:nvPr userDrawn="1"/>
          </p:nvSpPr>
          <p:spPr bwMode="auto">
            <a:xfrm>
              <a:off x="740" y="3594"/>
              <a:ext cx="628" cy="203"/>
            </a:xfrm>
            <a:custGeom>
              <a:avLst/>
              <a:gdLst>
                <a:gd name="T0" fmla="*/ 2502 w 6280"/>
                <a:gd name="T1" fmla="*/ 1678 h 2030"/>
                <a:gd name="T2" fmla="*/ 2512 w 6280"/>
                <a:gd name="T3" fmla="*/ 1843 h 2030"/>
                <a:gd name="T4" fmla="*/ 2442 w 6280"/>
                <a:gd name="T5" fmla="*/ 2015 h 2030"/>
                <a:gd name="T6" fmla="*/ 2385 w 6280"/>
                <a:gd name="T7" fmla="*/ 1627 h 2030"/>
                <a:gd name="T8" fmla="*/ 2422 w 6280"/>
                <a:gd name="T9" fmla="*/ 1717 h 2030"/>
                <a:gd name="T10" fmla="*/ 2286 w 6280"/>
                <a:gd name="T11" fmla="*/ 1694 h 2030"/>
                <a:gd name="T12" fmla="*/ 2403 w 6280"/>
                <a:gd name="T13" fmla="*/ 1951 h 2030"/>
                <a:gd name="T14" fmla="*/ 2426 w 6280"/>
                <a:gd name="T15" fmla="*/ 1858 h 2030"/>
                <a:gd name="T16" fmla="*/ 2379 w 6280"/>
                <a:gd name="T17" fmla="*/ 1954 h 2030"/>
                <a:gd name="T18" fmla="*/ 2777 w 6280"/>
                <a:gd name="T19" fmla="*/ 1870 h 2030"/>
                <a:gd name="T20" fmla="*/ 2643 w 6280"/>
                <a:gd name="T21" fmla="*/ 1627 h 2030"/>
                <a:gd name="T22" fmla="*/ 3754 w 6280"/>
                <a:gd name="T23" fmla="*/ 2021 h 2030"/>
                <a:gd name="T24" fmla="*/ 4001 w 6280"/>
                <a:gd name="T25" fmla="*/ 2021 h 2030"/>
                <a:gd name="T26" fmla="*/ 4007 w 6280"/>
                <a:gd name="T27" fmla="*/ 1891 h 2030"/>
                <a:gd name="T28" fmla="*/ 4428 w 6280"/>
                <a:gd name="T29" fmla="*/ 1759 h 2030"/>
                <a:gd name="T30" fmla="*/ 4403 w 6280"/>
                <a:gd name="T31" fmla="*/ 1626 h 2030"/>
                <a:gd name="T32" fmla="*/ 4160 w 6280"/>
                <a:gd name="T33" fmla="*/ 1743 h 2030"/>
                <a:gd name="T34" fmla="*/ 4260 w 6280"/>
                <a:gd name="T35" fmla="*/ 2014 h 2030"/>
                <a:gd name="T36" fmla="*/ 4498 w 6280"/>
                <a:gd name="T37" fmla="*/ 1936 h 2030"/>
                <a:gd name="T38" fmla="*/ 4341 w 6280"/>
                <a:gd name="T39" fmla="*/ 1957 h 2030"/>
                <a:gd name="T40" fmla="*/ 4234 w 6280"/>
                <a:gd name="T41" fmla="*/ 1825 h 2030"/>
                <a:gd name="T42" fmla="*/ 4341 w 6280"/>
                <a:gd name="T43" fmla="*/ 1690 h 2030"/>
                <a:gd name="T44" fmla="*/ 4428 w 6280"/>
                <a:gd name="T45" fmla="*/ 1759 h 2030"/>
                <a:gd name="T46" fmla="*/ 5376 w 6280"/>
                <a:gd name="T47" fmla="*/ 1757 h 2030"/>
                <a:gd name="T48" fmla="*/ 5628 w 6280"/>
                <a:gd name="T49" fmla="*/ 1627 h 2030"/>
                <a:gd name="T50" fmla="*/ 5381 w 6280"/>
                <a:gd name="T51" fmla="*/ 1627 h 2030"/>
                <a:gd name="T52" fmla="*/ 6003 w 6280"/>
                <a:gd name="T53" fmla="*/ 1675 h 2030"/>
                <a:gd name="T54" fmla="*/ 6010 w 6280"/>
                <a:gd name="T55" fmla="*/ 1964 h 2030"/>
                <a:gd name="T56" fmla="*/ 5704 w 6280"/>
                <a:gd name="T57" fmla="*/ 1627 h 2030"/>
                <a:gd name="T58" fmla="*/ 5937 w 6280"/>
                <a:gd name="T59" fmla="*/ 1922 h 2030"/>
                <a:gd name="T60" fmla="*/ 5942 w 6280"/>
                <a:gd name="T61" fmla="*/ 1735 h 2030"/>
                <a:gd name="T62" fmla="*/ 5791 w 6280"/>
                <a:gd name="T63" fmla="*/ 1948 h 2030"/>
                <a:gd name="T64" fmla="*/ 0 w 6280"/>
                <a:gd name="T65" fmla="*/ 840 h 2030"/>
                <a:gd name="T66" fmla="*/ 1527 w 6280"/>
                <a:gd name="T67" fmla="*/ 840 h 2030"/>
                <a:gd name="T68" fmla="*/ 309 w 6280"/>
                <a:gd name="T69" fmla="*/ 1052 h 2030"/>
                <a:gd name="T70" fmla="*/ 753 w 6280"/>
                <a:gd name="T71" fmla="*/ 686 h 2030"/>
                <a:gd name="T72" fmla="*/ 525 w 6280"/>
                <a:gd name="T73" fmla="*/ 1004 h 2030"/>
                <a:gd name="T74" fmla="*/ 1049 w 6280"/>
                <a:gd name="T75" fmla="*/ 1129 h 2030"/>
                <a:gd name="T76" fmla="*/ 1045 w 6280"/>
                <a:gd name="T77" fmla="*/ 550 h 2030"/>
                <a:gd name="T78" fmla="*/ 937 w 6280"/>
                <a:gd name="T79" fmla="*/ 838 h 2030"/>
                <a:gd name="T80" fmla="*/ 1049 w 6280"/>
                <a:gd name="T81" fmla="*/ 1129 h 2030"/>
                <a:gd name="T82" fmla="*/ 5315 w 6280"/>
                <a:gd name="T83" fmla="*/ 965 h 2030"/>
                <a:gd name="T84" fmla="*/ 6114 w 6280"/>
                <a:gd name="T85" fmla="*/ 166 h 2030"/>
                <a:gd name="T86" fmla="*/ 5472 w 6280"/>
                <a:gd name="T87" fmla="*/ 626 h 2030"/>
                <a:gd name="T88" fmla="*/ 5472 w 6280"/>
                <a:gd name="T89" fmla="*/ 523 h 2030"/>
                <a:gd name="T90" fmla="*/ 2604 w 6280"/>
                <a:gd name="T91" fmla="*/ 1 h 2030"/>
                <a:gd name="T92" fmla="*/ 2604 w 6280"/>
                <a:gd name="T93" fmla="*/ 1132 h 2030"/>
                <a:gd name="T94" fmla="*/ 2604 w 6280"/>
                <a:gd name="T95" fmla="*/ 1 h 2030"/>
                <a:gd name="T96" fmla="*/ 2506 w 6280"/>
                <a:gd name="T97" fmla="*/ 218 h 2030"/>
                <a:gd name="T98" fmla="*/ 2710 w 6280"/>
                <a:gd name="T99" fmla="*/ 1014 h 2030"/>
                <a:gd name="T100" fmla="*/ 2417 w 6280"/>
                <a:gd name="T101" fmla="*/ 396 h 2030"/>
                <a:gd name="T102" fmla="*/ 2789 w 6280"/>
                <a:gd name="T103" fmla="*/ 679 h 2030"/>
                <a:gd name="T104" fmla="*/ 3910 w 6280"/>
                <a:gd name="T105" fmla="*/ 362 h 2030"/>
                <a:gd name="T106" fmla="*/ 4358 w 6280"/>
                <a:gd name="T107" fmla="*/ 355 h 2030"/>
                <a:gd name="T108" fmla="*/ 4142 w 6280"/>
                <a:gd name="T109" fmla="*/ 465 h 2030"/>
                <a:gd name="T110" fmla="*/ 4707 w 6280"/>
                <a:gd name="T111" fmla="*/ 715 h 2030"/>
                <a:gd name="T112" fmla="*/ 4048 w 6280"/>
                <a:gd name="T113" fmla="*/ 683 h 2030"/>
                <a:gd name="T114" fmla="*/ 4395 w 6280"/>
                <a:gd name="T115" fmla="*/ 922 h 2030"/>
                <a:gd name="T116" fmla="*/ 3792 w 6280"/>
                <a:gd name="T117" fmla="*/ 683 h 2030"/>
                <a:gd name="T118" fmla="*/ 3857 w 6280"/>
                <a:gd name="T119" fmla="*/ 547 h 2030"/>
                <a:gd name="T120" fmla="*/ 3622 w 6280"/>
                <a:gd name="T121" fmla="*/ 383 h 2030"/>
                <a:gd name="T122" fmla="*/ 4562 w 6280"/>
                <a:gd name="T123" fmla="*/ 963 h 20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 ang="0">
                  <a:pos x="T122" y="T123"/>
                </a:cxn>
              </a:cxnLst>
              <a:rect l="0" t="0" r="r" b="b"/>
              <a:pathLst>
                <a:path w="6280" h="2030">
                  <a:moveTo>
                    <a:pt x="2385" y="1627"/>
                  </a:moveTo>
                  <a:cubicBezTo>
                    <a:pt x="2404" y="1627"/>
                    <a:pt x="2421" y="1628"/>
                    <a:pt x="2436" y="1631"/>
                  </a:cubicBezTo>
                  <a:cubicBezTo>
                    <a:pt x="2452" y="1635"/>
                    <a:pt x="2465" y="1640"/>
                    <a:pt x="2476" y="1648"/>
                  </a:cubicBezTo>
                  <a:cubicBezTo>
                    <a:pt x="2487" y="1655"/>
                    <a:pt x="2496" y="1665"/>
                    <a:pt x="2502" y="1678"/>
                  </a:cubicBezTo>
                  <a:cubicBezTo>
                    <a:pt x="2508" y="1690"/>
                    <a:pt x="2511" y="1706"/>
                    <a:pt x="2511" y="1724"/>
                  </a:cubicBezTo>
                  <a:cubicBezTo>
                    <a:pt x="2511" y="1744"/>
                    <a:pt x="2507" y="1761"/>
                    <a:pt x="2498" y="1774"/>
                  </a:cubicBezTo>
                  <a:cubicBezTo>
                    <a:pt x="2488" y="1787"/>
                    <a:pt x="2475" y="1798"/>
                    <a:pt x="2457" y="1807"/>
                  </a:cubicBezTo>
                  <a:cubicBezTo>
                    <a:pt x="2482" y="1814"/>
                    <a:pt x="2500" y="1826"/>
                    <a:pt x="2512" y="1843"/>
                  </a:cubicBezTo>
                  <a:cubicBezTo>
                    <a:pt x="2524" y="1861"/>
                    <a:pt x="2530" y="1882"/>
                    <a:pt x="2530" y="1907"/>
                  </a:cubicBezTo>
                  <a:cubicBezTo>
                    <a:pt x="2530" y="1927"/>
                    <a:pt x="2526" y="1944"/>
                    <a:pt x="2518" y="1958"/>
                  </a:cubicBezTo>
                  <a:cubicBezTo>
                    <a:pt x="2511" y="1973"/>
                    <a:pt x="2500" y="1985"/>
                    <a:pt x="2487" y="1994"/>
                  </a:cubicBezTo>
                  <a:cubicBezTo>
                    <a:pt x="2474" y="2003"/>
                    <a:pt x="2459" y="2010"/>
                    <a:pt x="2442" y="2015"/>
                  </a:cubicBezTo>
                  <a:cubicBezTo>
                    <a:pt x="2425" y="2019"/>
                    <a:pt x="2408" y="2021"/>
                    <a:pt x="2390" y="2021"/>
                  </a:cubicBezTo>
                  <a:cubicBezTo>
                    <a:pt x="2199" y="2021"/>
                    <a:pt x="2199" y="2021"/>
                    <a:pt x="2199" y="2021"/>
                  </a:cubicBezTo>
                  <a:cubicBezTo>
                    <a:pt x="2199" y="1627"/>
                    <a:pt x="2199" y="1627"/>
                    <a:pt x="2199" y="1627"/>
                  </a:cubicBezTo>
                  <a:cubicBezTo>
                    <a:pt x="2385" y="1627"/>
                    <a:pt x="2385" y="1627"/>
                    <a:pt x="2385" y="1627"/>
                  </a:cubicBezTo>
                  <a:close/>
                  <a:moveTo>
                    <a:pt x="2374" y="1786"/>
                  </a:moveTo>
                  <a:cubicBezTo>
                    <a:pt x="2389" y="1786"/>
                    <a:pt x="2402" y="1782"/>
                    <a:pt x="2412" y="1775"/>
                  </a:cubicBezTo>
                  <a:cubicBezTo>
                    <a:pt x="2422" y="1768"/>
                    <a:pt x="2427" y="1756"/>
                    <a:pt x="2427" y="1739"/>
                  </a:cubicBezTo>
                  <a:cubicBezTo>
                    <a:pt x="2427" y="1730"/>
                    <a:pt x="2425" y="1723"/>
                    <a:pt x="2422" y="1717"/>
                  </a:cubicBezTo>
                  <a:cubicBezTo>
                    <a:pt x="2419" y="1711"/>
                    <a:pt x="2414" y="1706"/>
                    <a:pt x="2409" y="1703"/>
                  </a:cubicBezTo>
                  <a:cubicBezTo>
                    <a:pt x="2403" y="1700"/>
                    <a:pt x="2397" y="1697"/>
                    <a:pt x="2389" y="1696"/>
                  </a:cubicBezTo>
                  <a:cubicBezTo>
                    <a:pt x="2382" y="1695"/>
                    <a:pt x="2375" y="1694"/>
                    <a:pt x="2367" y="1694"/>
                  </a:cubicBezTo>
                  <a:cubicBezTo>
                    <a:pt x="2286" y="1694"/>
                    <a:pt x="2286" y="1694"/>
                    <a:pt x="2286" y="1694"/>
                  </a:cubicBezTo>
                  <a:cubicBezTo>
                    <a:pt x="2286" y="1786"/>
                    <a:pt x="2286" y="1786"/>
                    <a:pt x="2286" y="1786"/>
                  </a:cubicBezTo>
                  <a:lnTo>
                    <a:pt x="2374" y="1786"/>
                  </a:lnTo>
                  <a:close/>
                  <a:moveTo>
                    <a:pt x="2379" y="1954"/>
                  </a:moveTo>
                  <a:cubicBezTo>
                    <a:pt x="2387" y="1954"/>
                    <a:pt x="2395" y="1953"/>
                    <a:pt x="2403" y="1951"/>
                  </a:cubicBezTo>
                  <a:cubicBezTo>
                    <a:pt x="2411" y="1949"/>
                    <a:pt x="2418" y="1947"/>
                    <a:pt x="2424" y="1943"/>
                  </a:cubicBezTo>
                  <a:cubicBezTo>
                    <a:pt x="2430" y="1939"/>
                    <a:pt x="2434" y="1934"/>
                    <a:pt x="2438" y="1927"/>
                  </a:cubicBezTo>
                  <a:cubicBezTo>
                    <a:pt x="2441" y="1920"/>
                    <a:pt x="2443" y="1912"/>
                    <a:pt x="2443" y="1902"/>
                  </a:cubicBezTo>
                  <a:cubicBezTo>
                    <a:pt x="2443" y="1881"/>
                    <a:pt x="2437" y="1867"/>
                    <a:pt x="2426" y="1858"/>
                  </a:cubicBezTo>
                  <a:cubicBezTo>
                    <a:pt x="2414" y="1850"/>
                    <a:pt x="2399" y="1845"/>
                    <a:pt x="2380" y="1845"/>
                  </a:cubicBezTo>
                  <a:cubicBezTo>
                    <a:pt x="2286" y="1845"/>
                    <a:pt x="2286" y="1845"/>
                    <a:pt x="2286" y="1845"/>
                  </a:cubicBezTo>
                  <a:cubicBezTo>
                    <a:pt x="2286" y="1954"/>
                    <a:pt x="2286" y="1954"/>
                    <a:pt x="2286" y="1954"/>
                  </a:cubicBezTo>
                  <a:lnTo>
                    <a:pt x="2379" y="1954"/>
                  </a:lnTo>
                  <a:close/>
                  <a:moveTo>
                    <a:pt x="2690" y="1868"/>
                  </a:moveTo>
                  <a:cubicBezTo>
                    <a:pt x="2690" y="2021"/>
                    <a:pt x="2690" y="2021"/>
                    <a:pt x="2690" y="2021"/>
                  </a:cubicBezTo>
                  <a:cubicBezTo>
                    <a:pt x="2777" y="2021"/>
                    <a:pt x="2777" y="2021"/>
                    <a:pt x="2777" y="2021"/>
                  </a:cubicBezTo>
                  <a:cubicBezTo>
                    <a:pt x="2777" y="1870"/>
                    <a:pt x="2777" y="1870"/>
                    <a:pt x="2777" y="1870"/>
                  </a:cubicBezTo>
                  <a:cubicBezTo>
                    <a:pt x="2924" y="1627"/>
                    <a:pt x="2924" y="1627"/>
                    <a:pt x="2924" y="1627"/>
                  </a:cubicBezTo>
                  <a:cubicBezTo>
                    <a:pt x="2827" y="1627"/>
                    <a:pt x="2827" y="1627"/>
                    <a:pt x="2827" y="1627"/>
                  </a:cubicBezTo>
                  <a:cubicBezTo>
                    <a:pt x="2735" y="1782"/>
                    <a:pt x="2735" y="1782"/>
                    <a:pt x="2735" y="1782"/>
                  </a:cubicBezTo>
                  <a:cubicBezTo>
                    <a:pt x="2643" y="1627"/>
                    <a:pt x="2643" y="1627"/>
                    <a:pt x="2643" y="1627"/>
                  </a:cubicBezTo>
                  <a:cubicBezTo>
                    <a:pt x="2545" y="1627"/>
                    <a:pt x="2545" y="1627"/>
                    <a:pt x="2545" y="1627"/>
                  </a:cubicBezTo>
                  <a:lnTo>
                    <a:pt x="2690" y="1868"/>
                  </a:lnTo>
                  <a:close/>
                  <a:moveTo>
                    <a:pt x="3754" y="1627"/>
                  </a:moveTo>
                  <a:cubicBezTo>
                    <a:pt x="3754" y="2021"/>
                    <a:pt x="3754" y="2021"/>
                    <a:pt x="3754" y="2021"/>
                  </a:cubicBezTo>
                  <a:cubicBezTo>
                    <a:pt x="3836" y="2021"/>
                    <a:pt x="3836" y="2021"/>
                    <a:pt x="3836" y="2021"/>
                  </a:cubicBezTo>
                  <a:cubicBezTo>
                    <a:pt x="3836" y="1757"/>
                    <a:pt x="3836" y="1757"/>
                    <a:pt x="3836" y="1757"/>
                  </a:cubicBezTo>
                  <a:cubicBezTo>
                    <a:pt x="3837" y="1757"/>
                    <a:pt x="3837" y="1757"/>
                    <a:pt x="3837" y="1757"/>
                  </a:cubicBezTo>
                  <a:cubicBezTo>
                    <a:pt x="4001" y="2021"/>
                    <a:pt x="4001" y="2021"/>
                    <a:pt x="4001" y="2021"/>
                  </a:cubicBezTo>
                  <a:cubicBezTo>
                    <a:pt x="4088" y="2021"/>
                    <a:pt x="4088" y="2021"/>
                    <a:pt x="4088" y="2021"/>
                  </a:cubicBezTo>
                  <a:cubicBezTo>
                    <a:pt x="4088" y="1627"/>
                    <a:pt x="4088" y="1627"/>
                    <a:pt x="4088" y="1627"/>
                  </a:cubicBezTo>
                  <a:cubicBezTo>
                    <a:pt x="4007" y="1627"/>
                    <a:pt x="4007" y="1627"/>
                    <a:pt x="4007" y="1627"/>
                  </a:cubicBezTo>
                  <a:cubicBezTo>
                    <a:pt x="4007" y="1891"/>
                    <a:pt x="4007" y="1891"/>
                    <a:pt x="4007" y="1891"/>
                  </a:cubicBezTo>
                  <a:cubicBezTo>
                    <a:pt x="4006" y="1891"/>
                    <a:pt x="4006" y="1891"/>
                    <a:pt x="4006" y="1891"/>
                  </a:cubicBezTo>
                  <a:cubicBezTo>
                    <a:pt x="3841" y="1627"/>
                    <a:pt x="3841" y="1627"/>
                    <a:pt x="3841" y="1627"/>
                  </a:cubicBezTo>
                  <a:lnTo>
                    <a:pt x="3754" y="1627"/>
                  </a:lnTo>
                  <a:close/>
                  <a:moveTo>
                    <a:pt x="4428" y="1759"/>
                  </a:moveTo>
                  <a:cubicBezTo>
                    <a:pt x="4512" y="1759"/>
                    <a:pt x="4512" y="1759"/>
                    <a:pt x="4512" y="1759"/>
                  </a:cubicBezTo>
                  <a:cubicBezTo>
                    <a:pt x="4509" y="1736"/>
                    <a:pt x="4503" y="1716"/>
                    <a:pt x="4493" y="1698"/>
                  </a:cubicBezTo>
                  <a:cubicBezTo>
                    <a:pt x="4483" y="1680"/>
                    <a:pt x="4470" y="1666"/>
                    <a:pt x="4455" y="1654"/>
                  </a:cubicBezTo>
                  <a:cubicBezTo>
                    <a:pt x="4440" y="1642"/>
                    <a:pt x="4422" y="1632"/>
                    <a:pt x="4403" y="1626"/>
                  </a:cubicBezTo>
                  <a:cubicBezTo>
                    <a:pt x="4384" y="1620"/>
                    <a:pt x="4363" y="1617"/>
                    <a:pt x="4341" y="1617"/>
                  </a:cubicBezTo>
                  <a:cubicBezTo>
                    <a:pt x="4311" y="1617"/>
                    <a:pt x="4284" y="1622"/>
                    <a:pt x="4260" y="1633"/>
                  </a:cubicBezTo>
                  <a:cubicBezTo>
                    <a:pt x="4236" y="1644"/>
                    <a:pt x="4215" y="1658"/>
                    <a:pt x="4199" y="1677"/>
                  </a:cubicBezTo>
                  <a:cubicBezTo>
                    <a:pt x="4182" y="1696"/>
                    <a:pt x="4169" y="1718"/>
                    <a:pt x="4160" y="1743"/>
                  </a:cubicBezTo>
                  <a:cubicBezTo>
                    <a:pt x="4152" y="1768"/>
                    <a:pt x="4147" y="1796"/>
                    <a:pt x="4147" y="1825"/>
                  </a:cubicBezTo>
                  <a:cubicBezTo>
                    <a:pt x="4147" y="1854"/>
                    <a:pt x="4152" y="1881"/>
                    <a:pt x="4160" y="1906"/>
                  </a:cubicBezTo>
                  <a:cubicBezTo>
                    <a:pt x="4169" y="1931"/>
                    <a:pt x="4182" y="1952"/>
                    <a:pt x="4199" y="1971"/>
                  </a:cubicBezTo>
                  <a:cubicBezTo>
                    <a:pt x="4215" y="1989"/>
                    <a:pt x="4236" y="2004"/>
                    <a:pt x="4260" y="2014"/>
                  </a:cubicBezTo>
                  <a:cubicBezTo>
                    <a:pt x="4284" y="2025"/>
                    <a:pt x="4311" y="2030"/>
                    <a:pt x="4341" y="2030"/>
                  </a:cubicBezTo>
                  <a:cubicBezTo>
                    <a:pt x="4366" y="2030"/>
                    <a:pt x="4388" y="2026"/>
                    <a:pt x="4408" y="2019"/>
                  </a:cubicBezTo>
                  <a:cubicBezTo>
                    <a:pt x="4429" y="2011"/>
                    <a:pt x="4446" y="2001"/>
                    <a:pt x="4461" y="1987"/>
                  </a:cubicBezTo>
                  <a:cubicBezTo>
                    <a:pt x="4476" y="1973"/>
                    <a:pt x="4489" y="1956"/>
                    <a:pt x="4498" y="1936"/>
                  </a:cubicBezTo>
                  <a:cubicBezTo>
                    <a:pt x="4507" y="1916"/>
                    <a:pt x="4513" y="1893"/>
                    <a:pt x="4515" y="1869"/>
                  </a:cubicBezTo>
                  <a:cubicBezTo>
                    <a:pt x="4431" y="1869"/>
                    <a:pt x="4431" y="1869"/>
                    <a:pt x="4431" y="1869"/>
                  </a:cubicBezTo>
                  <a:cubicBezTo>
                    <a:pt x="4428" y="1895"/>
                    <a:pt x="4419" y="1917"/>
                    <a:pt x="4404" y="1933"/>
                  </a:cubicBezTo>
                  <a:cubicBezTo>
                    <a:pt x="4389" y="1949"/>
                    <a:pt x="4368" y="1957"/>
                    <a:pt x="4341" y="1957"/>
                  </a:cubicBezTo>
                  <a:cubicBezTo>
                    <a:pt x="4322" y="1957"/>
                    <a:pt x="4305" y="1953"/>
                    <a:pt x="4292" y="1946"/>
                  </a:cubicBezTo>
                  <a:cubicBezTo>
                    <a:pt x="4278" y="1938"/>
                    <a:pt x="4267" y="1928"/>
                    <a:pt x="4258" y="1916"/>
                  </a:cubicBezTo>
                  <a:cubicBezTo>
                    <a:pt x="4250" y="1903"/>
                    <a:pt x="4244" y="1889"/>
                    <a:pt x="4240" y="1874"/>
                  </a:cubicBezTo>
                  <a:cubicBezTo>
                    <a:pt x="4236" y="1858"/>
                    <a:pt x="4234" y="1842"/>
                    <a:pt x="4234" y="1825"/>
                  </a:cubicBezTo>
                  <a:cubicBezTo>
                    <a:pt x="4234" y="1808"/>
                    <a:pt x="4236" y="1791"/>
                    <a:pt x="4240" y="1775"/>
                  </a:cubicBezTo>
                  <a:cubicBezTo>
                    <a:pt x="4244" y="1759"/>
                    <a:pt x="4250" y="1744"/>
                    <a:pt x="4258" y="1732"/>
                  </a:cubicBezTo>
                  <a:cubicBezTo>
                    <a:pt x="4267" y="1719"/>
                    <a:pt x="4278" y="1709"/>
                    <a:pt x="4292" y="1701"/>
                  </a:cubicBezTo>
                  <a:cubicBezTo>
                    <a:pt x="4305" y="1694"/>
                    <a:pt x="4322" y="1690"/>
                    <a:pt x="4341" y="1690"/>
                  </a:cubicBezTo>
                  <a:cubicBezTo>
                    <a:pt x="4352" y="1690"/>
                    <a:pt x="4362" y="1692"/>
                    <a:pt x="4372" y="1695"/>
                  </a:cubicBezTo>
                  <a:cubicBezTo>
                    <a:pt x="4382" y="1699"/>
                    <a:pt x="4391" y="1704"/>
                    <a:pt x="4398" y="1710"/>
                  </a:cubicBezTo>
                  <a:cubicBezTo>
                    <a:pt x="4406" y="1716"/>
                    <a:pt x="4412" y="1723"/>
                    <a:pt x="4418" y="1732"/>
                  </a:cubicBezTo>
                  <a:cubicBezTo>
                    <a:pt x="4423" y="1740"/>
                    <a:pt x="4426" y="1749"/>
                    <a:pt x="4428" y="1759"/>
                  </a:cubicBezTo>
                  <a:close/>
                  <a:moveTo>
                    <a:pt x="5295" y="1627"/>
                  </a:moveTo>
                  <a:cubicBezTo>
                    <a:pt x="5295" y="2021"/>
                    <a:pt x="5295" y="2021"/>
                    <a:pt x="5295" y="2021"/>
                  </a:cubicBezTo>
                  <a:cubicBezTo>
                    <a:pt x="5376" y="2021"/>
                    <a:pt x="5376" y="2021"/>
                    <a:pt x="5376" y="2021"/>
                  </a:cubicBezTo>
                  <a:cubicBezTo>
                    <a:pt x="5376" y="1757"/>
                    <a:pt x="5376" y="1757"/>
                    <a:pt x="5376" y="1757"/>
                  </a:cubicBezTo>
                  <a:cubicBezTo>
                    <a:pt x="5377" y="1757"/>
                    <a:pt x="5377" y="1757"/>
                    <a:pt x="5377" y="1757"/>
                  </a:cubicBezTo>
                  <a:cubicBezTo>
                    <a:pt x="5541" y="2021"/>
                    <a:pt x="5541" y="2021"/>
                    <a:pt x="5541" y="2021"/>
                  </a:cubicBezTo>
                  <a:cubicBezTo>
                    <a:pt x="5628" y="2021"/>
                    <a:pt x="5628" y="2021"/>
                    <a:pt x="5628" y="2021"/>
                  </a:cubicBezTo>
                  <a:cubicBezTo>
                    <a:pt x="5628" y="1627"/>
                    <a:pt x="5628" y="1627"/>
                    <a:pt x="5628" y="1627"/>
                  </a:cubicBezTo>
                  <a:cubicBezTo>
                    <a:pt x="5547" y="1627"/>
                    <a:pt x="5547" y="1627"/>
                    <a:pt x="5547" y="1627"/>
                  </a:cubicBezTo>
                  <a:cubicBezTo>
                    <a:pt x="5547" y="1891"/>
                    <a:pt x="5547" y="1891"/>
                    <a:pt x="5547" y="1891"/>
                  </a:cubicBezTo>
                  <a:cubicBezTo>
                    <a:pt x="5546" y="1891"/>
                    <a:pt x="5546" y="1891"/>
                    <a:pt x="5546" y="1891"/>
                  </a:cubicBezTo>
                  <a:cubicBezTo>
                    <a:pt x="5381" y="1627"/>
                    <a:pt x="5381" y="1627"/>
                    <a:pt x="5381" y="1627"/>
                  </a:cubicBezTo>
                  <a:lnTo>
                    <a:pt x="5295" y="1627"/>
                  </a:lnTo>
                  <a:close/>
                  <a:moveTo>
                    <a:pt x="5875" y="1627"/>
                  </a:moveTo>
                  <a:cubicBezTo>
                    <a:pt x="5900" y="1627"/>
                    <a:pt x="5924" y="1630"/>
                    <a:pt x="5946" y="1639"/>
                  </a:cubicBezTo>
                  <a:cubicBezTo>
                    <a:pt x="5968" y="1647"/>
                    <a:pt x="5987" y="1659"/>
                    <a:pt x="6003" y="1675"/>
                  </a:cubicBezTo>
                  <a:cubicBezTo>
                    <a:pt x="6019" y="1691"/>
                    <a:pt x="6032" y="1712"/>
                    <a:pt x="6041" y="1736"/>
                  </a:cubicBezTo>
                  <a:cubicBezTo>
                    <a:pt x="6050" y="1760"/>
                    <a:pt x="6054" y="1789"/>
                    <a:pt x="6054" y="1822"/>
                  </a:cubicBezTo>
                  <a:cubicBezTo>
                    <a:pt x="6054" y="1850"/>
                    <a:pt x="6051" y="1877"/>
                    <a:pt x="6043" y="1901"/>
                  </a:cubicBezTo>
                  <a:cubicBezTo>
                    <a:pt x="6036" y="1925"/>
                    <a:pt x="6025" y="1947"/>
                    <a:pt x="6010" y="1964"/>
                  </a:cubicBezTo>
                  <a:cubicBezTo>
                    <a:pt x="5995" y="1982"/>
                    <a:pt x="5976" y="1996"/>
                    <a:pt x="5954" y="2006"/>
                  </a:cubicBezTo>
                  <a:cubicBezTo>
                    <a:pt x="5931" y="2016"/>
                    <a:pt x="5905" y="2021"/>
                    <a:pt x="5875" y="2021"/>
                  </a:cubicBezTo>
                  <a:cubicBezTo>
                    <a:pt x="5704" y="2021"/>
                    <a:pt x="5704" y="2021"/>
                    <a:pt x="5704" y="2021"/>
                  </a:cubicBezTo>
                  <a:cubicBezTo>
                    <a:pt x="5704" y="1627"/>
                    <a:pt x="5704" y="1627"/>
                    <a:pt x="5704" y="1627"/>
                  </a:cubicBezTo>
                  <a:cubicBezTo>
                    <a:pt x="5875" y="1627"/>
                    <a:pt x="5875" y="1627"/>
                    <a:pt x="5875" y="1627"/>
                  </a:cubicBezTo>
                  <a:close/>
                  <a:moveTo>
                    <a:pt x="5869" y="1948"/>
                  </a:moveTo>
                  <a:cubicBezTo>
                    <a:pt x="5881" y="1948"/>
                    <a:pt x="5894" y="1946"/>
                    <a:pt x="5905" y="1942"/>
                  </a:cubicBezTo>
                  <a:cubicBezTo>
                    <a:pt x="5917" y="1938"/>
                    <a:pt x="5928" y="1931"/>
                    <a:pt x="5937" y="1922"/>
                  </a:cubicBezTo>
                  <a:cubicBezTo>
                    <a:pt x="5946" y="1912"/>
                    <a:pt x="5953" y="1900"/>
                    <a:pt x="5959" y="1885"/>
                  </a:cubicBezTo>
                  <a:cubicBezTo>
                    <a:pt x="5965" y="1870"/>
                    <a:pt x="5967" y="1852"/>
                    <a:pt x="5967" y="1830"/>
                  </a:cubicBezTo>
                  <a:cubicBezTo>
                    <a:pt x="5967" y="1810"/>
                    <a:pt x="5965" y="1792"/>
                    <a:pt x="5961" y="1776"/>
                  </a:cubicBezTo>
                  <a:cubicBezTo>
                    <a:pt x="5958" y="1760"/>
                    <a:pt x="5951" y="1746"/>
                    <a:pt x="5942" y="1735"/>
                  </a:cubicBezTo>
                  <a:cubicBezTo>
                    <a:pt x="5934" y="1724"/>
                    <a:pt x="5922" y="1715"/>
                    <a:pt x="5907" y="1709"/>
                  </a:cubicBezTo>
                  <a:cubicBezTo>
                    <a:pt x="5893" y="1703"/>
                    <a:pt x="5875" y="1700"/>
                    <a:pt x="5853" y="1700"/>
                  </a:cubicBezTo>
                  <a:cubicBezTo>
                    <a:pt x="5791" y="1700"/>
                    <a:pt x="5791" y="1700"/>
                    <a:pt x="5791" y="1700"/>
                  </a:cubicBezTo>
                  <a:cubicBezTo>
                    <a:pt x="5791" y="1948"/>
                    <a:pt x="5791" y="1948"/>
                    <a:pt x="5791" y="1948"/>
                  </a:cubicBezTo>
                  <a:cubicBezTo>
                    <a:pt x="5869" y="1948"/>
                    <a:pt x="5869" y="1948"/>
                    <a:pt x="5869" y="1948"/>
                  </a:cubicBezTo>
                  <a:close/>
                  <a:moveTo>
                    <a:pt x="765" y="75"/>
                  </a:moveTo>
                  <a:cubicBezTo>
                    <a:pt x="553" y="75"/>
                    <a:pt x="374" y="149"/>
                    <a:pt x="228" y="299"/>
                  </a:cubicBezTo>
                  <a:cubicBezTo>
                    <a:pt x="76" y="453"/>
                    <a:pt x="0" y="633"/>
                    <a:pt x="0" y="840"/>
                  </a:cubicBezTo>
                  <a:cubicBezTo>
                    <a:pt x="0" y="1046"/>
                    <a:pt x="75" y="1225"/>
                    <a:pt x="226" y="1376"/>
                  </a:cubicBezTo>
                  <a:cubicBezTo>
                    <a:pt x="377" y="1527"/>
                    <a:pt x="556" y="1602"/>
                    <a:pt x="765" y="1602"/>
                  </a:cubicBezTo>
                  <a:cubicBezTo>
                    <a:pt x="973" y="1602"/>
                    <a:pt x="1154" y="1526"/>
                    <a:pt x="1308" y="1374"/>
                  </a:cubicBezTo>
                  <a:cubicBezTo>
                    <a:pt x="1454" y="1232"/>
                    <a:pt x="1527" y="1054"/>
                    <a:pt x="1527" y="840"/>
                  </a:cubicBezTo>
                  <a:cubicBezTo>
                    <a:pt x="1527" y="627"/>
                    <a:pt x="1453" y="446"/>
                    <a:pt x="1304" y="298"/>
                  </a:cubicBezTo>
                  <a:cubicBezTo>
                    <a:pt x="1156" y="149"/>
                    <a:pt x="976" y="75"/>
                    <a:pt x="765" y="75"/>
                  </a:cubicBezTo>
                  <a:close/>
                  <a:moveTo>
                    <a:pt x="511" y="1129"/>
                  </a:moveTo>
                  <a:cubicBezTo>
                    <a:pt x="427" y="1129"/>
                    <a:pt x="360" y="1103"/>
                    <a:pt x="309" y="1052"/>
                  </a:cubicBezTo>
                  <a:cubicBezTo>
                    <a:pt x="259" y="1000"/>
                    <a:pt x="234" y="930"/>
                    <a:pt x="234" y="839"/>
                  </a:cubicBezTo>
                  <a:cubicBezTo>
                    <a:pt x="234" y="751"/>
                    <a:pt x="260" y="680"/>
                    <a:pt x="312" y="628"/>
                  </a:cubicBezTo>
                  <a:cubicBezTo>
                    <a:pt x="364" y="576"/>
                    <a:pt x="428" y="550"/>
                    <a:pt x="506" y="550"/>
                  </a:cubicBezTo>
                  <a:cubicBezTo>
                    <a:pt x="621" y="550"/>
                    <a:pt x="703" y="595"/>
                    <a:pt x="753" y="686"/>
                  </a:cubicBezTo>
                  <a:cubicBezTo>
                    <a:pt x="629" y="749"/>
                    <a:pt x="629" y="749"/>
                    <a:pt x="629" y="749"/>
                  </a:cubicBezTo>
                  <a:cubicBezTo>
                    <a:pt x="606" y="698"/>
                    <a:pt x="571" y="673"/>
                    <a:pt x="525" y="673"/>
                  </a:cubicBezTo>
                  <a:cubicBezTo>
                    <a:pt x="443" y="673"/>
                    <a:pt x="401" y="728"/>
                    <a:pt x="401" y="838"/>
                  </a:cubicBezTo>
                  <a:cubicBezTo>
                    <a:pt x="401" y="949"/>
                    <a:pt x="443" y="1004"/>
                    <a:pt x="525" y="1004"/>
                  </a:cubicBezTo>
                  <a:cubicBezTo>
                    <a:pt x="579" y="1004"/>
                    <a:pt x="618" y="977"/>
                    <a:pt x="641" y="923"/>
                  </a:cubicBezTo>
                  <a:cubicBezTo>
                    <a:pt x="755" y="984"/>
                    <a:pt x="755" y="984"/>
                    <a:pt x="755" y="984"/>
                  </a:cubicBezTo>
                  <a:cubicBezTo>
                    <a:pt x="701" y="1081"/>
                    <a:pt x="619" y="1129"/>
                    <a:pt x="511" y="1129"/>
                  </a:cubicBezTo>
                  <a:close/>
                  <a:moveTo>
                    <a:pt x="1049" y="1129"/>
                  </a:moveTo>
                  <a:cubicBezTo>
                    <a:pt x="966" y="1129"/>
                    <a:pt x="899" y="1103"/>
                    <a:pt x="848" y="1052"/>
                  </a:cubicBezTo>
                  <a:cubicBezTo>
                    <a:pt x="798" y="1000"/>
                    <a:pt x="773" y="930"/>
                    <a:pt x="773" y="839"/>
                  </a:cubicBezTo>
                  <a:cubicBezTo>
                    <a:pt x="773" y="751"/>
                    <a:pt x="798" y="680"/>
                    <a:pt x="850" y="628"/>
                  </a:cubicBezTo>
                  <a:cubicBezTo>
                    <a:pt x="901" y="576"/>
                    <a:pt x="966" y="550"/>
                    <a:pt x="1045" y="550"/>
                  </a:cubicBezTo>
                  <a:cubicBezTo>
                    <a:pt x="1159" y="550"/>
                    <a:pt x="1241" y="595"/>
                    <a:pt x="1291" y="686"/>
                  </a:cubicBezTo>
                  <a:cubicBezTo>
                    <a:pt x="1165" y="749"/>
                    <a:pt x="1165" y="749"/>
                    <a:pt x="1165" y="749"/>
                  </a:cubicBezTo>
                  <a:cubicBezTo>
                    <a:pt x="1142" y="698"/>
                    <a:pt x="1108" y="673"/>
                    <a:pt x="1063" y="673"/>
                  </a:cubicBezTo>
                  <a:cubicBezTo>
                    <a:pt x="979" y="673"/>
                    <a:pt x="937" y="728"/>
                    <a:pt x="937" y="838"/>
                  </a:cubicBezTo>
                  <a:cubicBezTo>
                    <a:pt x="937" y="949"/>
                    <a:pt x="979" y="1004"/>
                    <a:pt x="1063" y="1004"/>
                  </a:cubicBezTo>
                  <a:cubicBezTo>
                    <a:pt x="1117" y="1004"/>
                    <a:pt x="1155" y="977"/>
                    <a:pt x="1177" y="923"/>
                  </a:cubicBezTo>
                  <a:cubicBezTo>
                    <a:pt x="1293" y="984"/>
                    <a:pt x="1293" y="984"/>
                    <a:pt x="1293" y="984"/>
                  </a:cubicBezTo>
                  <a:cubicBezTo>
                    <a:pt x="1239" y="1081"/>
                    <a:pt x="1158" y="1129"/>
                    <a:pt x="1049" y="1129"/>
                  </a:cubicBezTo>
                  <a:close/>
                  <a:moveTo>
                    <a:pt x="5714" y="1"/>
                  </a:moveTo>
                  <a:cubicBezTo>
                    <a:pt x="5557" y="1"/>
                    <a:pt x="5425" y="56"/>
                    <a:pt x="5316" y="166"/>
                  </a:cubicBezTo>
                  <a:cubicBezTo>
                    <a:pt x="5203" y="281"/>
                    <a:pt x="5147" y="414"/>
                    <a:pt x="5147" y="567"/>
                  </a:cubicBezTo>
                  <a:cubicBezTo>
                    <a:pt x="5147" y="721"/>
                    <a:pt x="5203" y="853"/>
                    <a:pt x="5315" y="965"/>
                  </a:cubicBezTo>
                  <a:cubicBezTo>
                    <a:pt x="5426" y="1076"/>
                    <a:pt x="5560" y="1132"/>
                    <a:pt x="5714" y="1132"/>
                  </a:cubicBezTo>
                  <a:cubicBezTo>
                    <a:pt x="5869" y="1132"/>
                    <a:pt x="6003" y="1076"/>
                    <a:pt x="6118" y="963"/>
                  </a:cubicBezTo>
                  <a:cubicBezTo>
                    <a:pt x="6226" y="858"/>
                    <a:pt x="6280" y="726"/>
                    <a:pt x="6280" y="567"/>
                  </a:cubicBezTo>
                  <a:cubicBezTo>
                    <a:pt x="6280" y="409"/>
                    <a:pt x="6225" y="276"/>
                    <a:pt x="6114" y="166"/>
                  </a:cubicBezTo>
                  <a:cubicBezTo>
                    <a:pt x="6004" y="56"/>
                    <a:pt x="5871" y="1"/>
                    <a:pt x="5714" y="1"/>
                  </a:cubicBezTo>
                  <a:close/>
                  <a:moveTo>
                    <a:pt x="5975" y="745"/>
                  </a:moveTo>
                  <a:cubicBezTo>
                    <a:pt x="5472" y="745"/>
                    <a:pt x="5472" y="745"/>
                    <a:pt x="5472" y="745"/>
                  </a:cubicBezTo>
                  <a:cubicBezTo>
                    <a:pt x="5472" y="626"/>
                    <a:pt x="5472" y="626"/>
                    <a:pt x="5472" y="626"/>
                  </a:cubicBezTo>
                  <a:cubicBezTo>
                    <a:pt x="5975" y="626"/>
                    <a:pt x="5975" y="626"/>
                    <a:pt x="5975" y="626"/>
                  </a:cubicBezTo>
                  <a:lnTo>
                    <a:pt x="5975" y="745"/>
                  </a:lnTo>
                  <a:close/>
                  <a:moveTo>
                    <a:pt x="5975" y="523"/>
                  </a:moveTo>
                  <a:cubicBezTo>
                    <a:pt x="5472" y="523"/>
                    <a:pt x="5472" y="523"/>
                    <a:pt x="5472" y="523"/>
                  </a:cubicBezTo>
                  <a:cubicBezTo>
                    <a:pt x="5472" y="404"/>
                    <a:pt x="5472" y="404"/>
                    <a:pt x="5472" y="404"/>
                  </a:cubicBezTo>
                  <a:cubicBezTo>
                    <a:pt x="5975" y="404"/>
                    <a:pt x="5975" y="404"/>
                    <a:pt x="5975" y="404"/>
                  </a:cubicBezTo>
                  <a:lnTo>
                    <a:pt x="5975" y="523"/>
                  </a:lnTo>
                  <a:close/>
                  <a:moveTo>
                    <a:pt x="2604" y="1"/>
                  </a:moveTo>
                  <a:cubicBezTo>
                    <a:pt x="2447" y="1"/>
                    <a:pt x="2314" y="56"/>
                    <a:pt x="2206" y="166"/>
                  </a:cubicBezTo>
                  <a:cubicBezTo>
                    <a:pt x="2093" y="281"/>
                    <a:pt x="2036" y="414"/>
                    <a:pt x="2036" y="567"/>
                  </a:cubicBezTo>
                  <a:cubicBezTo>
                    <a:pt x="2036" y="721"/>
                    <a:pt x="2092" y="853"/>
                    <a:pt x="2204" y="965"/>
                  </a:cubicBezTo>
                  <a:cubicBezTo>
                    <a:pt x="2316" y="1076"/>
                    <a:pt x="2449" y="1132"/>
                    <a:pt x="2604" y="1132"/>
                  </a:cubicBezTo>
                  <a:cubicBezTo>
                    <a:pt x="2758" y="1132"/>
                    <a:pt x="2893" y="1076"/>
                    <a:pt x="3007" y="963"/>
                  </a:cubicBezTo>
                  <a:cubicBezTo>
                    <a:pt x="3115" y="858"/>
                    <a:pt x="3170" y="726"/>
                    <a:pt x="3170" y="567"/>
                  </a:cubicBezTo>
                  <a:cubicBezTo>
                    <a:pt x="3170" y="410"/>
                    <a:pt x="3114" y="276"/>
                    <a:pt x="3003" y="166"/>
                  </a:cubicBezTo>
                  <a:cubicBezTo>
                    <a:pt x="2894" y="56"/>
                    <a:pt x="2761" y="1"/>
                    <a:pt x="2604" y="1"/>
                  </a:cubicBezTo>
                  <a:close/>
                  <a:moveTo>
                    <a:pt x="2603" y="121"/>
                  </a:moveTo>
                  <a:cubicBezTo>
                    <a:pt x="2656" y="121"/>
                    <a:pt x="2700" y="164"/>
                    <a:pt x="2700" y="218"/>
                  </a:cubicBezTo>
                  <a:cubicBezTo>
                    <a:pt x="2700" y="271"/>
                    <a:pt x="2656" y="314"/>
                    <a:pt x="2603" y="314"/>
                  </a:cubicBezTo>
                  <a:cubicBezTo>
                    <a:pt x="2549" y="314"/>
                    <a:pt x="2506" y="271"/>
                    <a:pt x="2506" y="218"/>
                  </a:cubicBezTo>
                  <a:cubicBezTo>
                    <a:pt x="2506" y="164"/>
                    <a:pt x="2549" y="121"/>
                    <a:pt x="2603" y="121"/>
                  </a:cubicBezTo>
                  <a:close/>
                  <a:moveTo>
                    <a:pt x="2789" y="679"/>
                  </a:moveTo>
                  <a:cubicBezTo>
                    <a:pt x="2710" y="679"/>
                    <a:pt x="2710" y="679"/>
                    <a:pt x="2710" y="679"/>
                  </a:cubicBezTo>
                  <a:cubicBezTo>
                    <a:pt x="2710" y="1014"/>
                    <a:pt x="2710" y="1014"/>
                    <a:pt x="2710" y="1014"/>
                  </a:cubicBezTo>
                  <a:cubicBezTo>
                    <a:pt x="2496" y="1014"/>
                    <a:pt x="2496" y="1014"/>
                    <a:pt x="2496" y="1014"/>
                  </a:cubicBezTo>
                  <a:cubicBezTo>
                    <a:pt x="2496" y="679"/>
                    <a:pt x="2496" y="679"/>
                    <a:pt x="2496" y="679"/>
                  </a:cubicBezTo>
                  <a:cubicBezTo>
                    <a:pt x="2417" y="679"/>
                    <a:pt x="2417" y="679"/>
                    <a:pt x="2417" y="679"/>
                  </a:cubicBezTo>
                  <a:cubicBezTo>
                    <a:pt x="2417" y="396"/>
                    <a:pt x="2417" y="396"/>
                    <a:pt x="2417" y="396"/>
                  </a:cubicBezTo>
                  <a:cubicBezTo>
                    <a:pt x="2417" y="372"/>
                    <a:pt x="2437" y="352"/>
                    <a:pt x="2461" y="352"/>
                  </a:cubicBezTo>
                  <a:cubicBezTo>
                    <a:pt x="2744" y="352"/>
                    <a:pt x="2744" y="352"/>
                    <a:pt x="2744" y="352"/>
                  </a:cubicBezTo>
                  <a:cubicBezTo>
                    <a:pt x="2769" y="352"/>
                    <a:pt x="2789" y="372"/>
                    <a:pt x="2789" y="396"/>
                  </a:cubicBezTo>
                  <a:lnTo>
                    <a:pt x="2789" y="679"/>
                  </a:lnTo>
                  <a:close/>
                  <a:moveTo>
                    <a:pt x="4159" y="0"/>
                  </a:moveTo>
                  <a:cubicBezTo>
                    <a:pt x="4002" y="0"/>
                    <a:pt x="3869" y="56"/>
                    <a:pt x="3761" y="166"/>
                  </a:cubicBezTo>
                  <a:cubicBezTo>
                    <a:pt x="3731" y="197"/>
                    <a:pt x="3705" y="228"/>
                    <a:pt x="3683" y="261"/>
                  </a:cubicBezTo>
                  <a:cubicBezTo>
                    <a:pt x="3910" y="362"/>
                    <a:pt x="3910" y="362"/>
                    <a:pt x="3910" y="362"/>
                  </a:cubicBezTo>
                  <a:cubicBezTo>
                    <a:pt x="3922" y="342"/>
                    <a:pt x="3935" y="323"/>
                    <a:pt x="3949" y="306"/>
                  </a:cubicBezTo>
                  <a:cubicBezTo>
                    <a:pt x="4015" y="232"/>
                    <a:pt x="4108" y="188"/>
                    <a:pt x="4217" y="188"/>
                  </a:cubicBezTo>
                  <a:cubicBezTo>
                    <a:pt x="4287" y="188"/>
                    <a:pt x="4348" y="204"/>
                    <a:pt x="4390" y="223"/>
                  </a:cubicBezTo>
                  <a:cubicBezTo>
                    <a:pt x="4358" y="355"/>
                    <a:pt x="4358" y="355"/>
                    <a:pt x="4358" y="355"/>
                  </a:cubicBezTo>
                  <a:cubicBezTo>
                    <a:pt x="4328" y="342"/>
                    <a:pt x="4280" y="327"/>
                    <a:pt x="4229" y="327"/>
                  </a:cubicBezTo>
                  <a:cubicBezTo>
                    <a:pt x="4174" y="327"/>
                    <a:pt x="4123" y="345"/>
                    <a:pt x="4087" y="389"/>
                  </a:cubicBezTo>
                  <a:cubicBezTo>
                    <a:pt x="4077" y="400"/>
                    <a:pt x="4069" y="414"/>
                    <a:pt x="4063" y="429"/>
                  </a:cubicBezTo>
                  <a:cubicBezTo>
                    <a:pt x="4142" y="465"/>
                    <a:pt x="4142" y="465"/>
                    <a:pt x="4142" y="465"/>
                  </a:cubicBezTo>
                  <a:cubicBezTo>
                    <a:pt x="4338" y="465"/>
                    <a:pt x="4338" y="465"/>
                    <a:pt x="4338" y="465"/>
                  </a:cubicBezTo>
                  <a:cubicBezTo>
                    <a:pt x="4338" y="547"/>
                    <a:pt x="4338" y="547"/>
                    <a:pt x="4338" y="547"/>
                  </a:cubicBezTo>
                  <a:cubicBezTo>
                    <a:pt x="4328" y="547"/>
                    <a:pt x="4328" y="547"/>
                    <a:pt x="4328" y="547"/>
                  </a:cubicBezTo>
                  <a:cubicBezTo>
                    <a:pt x="4707" y="715"/>
                    <a:pt x="4707" y="715"/>
                    <a:pt x="4707" y="715"/>
                  </a:cubicBezTo>
                  <a:cubicBezTo>
                    <a:pt x="4719" y="668"/>
                    <a:pt x="4725" y="619"/>
                    <a:pt x="4725" y="567"/>
                  </a:cubicBezTo>
                  <a:cubicBezTo>
                    <a:pt x="4725" y="409"/>
                    <a:pt x="4669" y="276"/>
                    <a:pt x="4559" y="166"/>
                  </a:cubicBezTo>
                  <a:cubicBezTo>
                    <a:pt x="4449" y="56"/>
                    <a:pt x="4316" y="0"/>
                    <a:pt x="4159" y="0"/>
                  </a:cubicBezTo>
                  <a:close/>
                  <a:moveTo>
                    <a:pt x="4048" y="683"/>
                  </a:moveTo>
                  <a:cubicBezTo>
                    <a:pt x="4056" y="718"/>
                    <a:pt x="4068" y="745"/>
                    <a:pt x="4086" y="764"/>
                  </a:cubicBezTo>
                  <a:cubicBezTo>
                    <a:pt x="4123" y="806"/>
                    <a:pt x="4177" y="823"/>
                    <a:pt x="4235" y="823"/>
                  </a:cubicBezTo>
                  <a:cubicBezTo>
                    <a:pt x="4288" y="823"/>
                    <a:pt x="4343" y="806"/>
                    <a:pt x="4367" y="793"/>
                  </a:cubicBezTo>
                  <a:cubicBezTo>
                    <a:pt x="4395" y="922"/>
                    <a:pt x="4395" y="922"/>
                    <a:pt x="4395" y="922"/>
                  </a:cubicBezTo>
                  <a:cubicBezTo>
                    <a:pt x="4355" y="944"/>
                    <a:pt x="4288" y="966"/>
                    <a:pt x="4214" y="966"/>
                  </a:cubicBezTo>
                  <a:cubicBezTo>
                    <a:pt x="4101" y="966"/>
                    <a:pt x="3997" y="919"/>
                    <a:pt x="3932" y="834"/>
                  </a:cubicBezTo>
                  <a:cubicBezTo>
                    <a:pt x="3901" y="794"/>
                    <a:pt x="3878" y="745"/>
                    <a:pt x="3867" y="683"/>
                  </a:cubicBezTo>
                  <a:cubicBezTo>
                    <a:pt x="3792" y="683"/>
                    <a:pt x="3792" y="683"/>
                    <a:pt x="3792" y="683"/>
                  </a:cubicBezTo>
                  <a:cubicBezTo>
                    <a:pt x="3792" y="601"/>
                    <a:pt x="3792" y="601"/>
                    <a:pt x="3792" y="601"/>
                  </a:cubicBezTo>
                  <a:cubicBezTo>
                    <a:pt x="3855" y="601"/>
                    <a:pt x="3855" y="601"/>
                    <a:pt x="3855" y="601"/>
                  </a:cubicBezTo>
                  <a:cubicBezTo>
                    <a:pt x="3855" y="581"/>
                    <a:pt x="3855" y="581"/>
                    <a:pt x="3855" y="581"/>
                  </a:cubicBezTo>
                  <a:cubicBezTo>
                    <a:pt x="3855" y="570"/>
                    <a:pt x="3857" y="558"/>
                    <a:pt x="3857" y="547"/>
                  </a:cubicBezTo>
                  <a:cubicBezTo>
                    <a:pt x="3792" y="547"/>
                    <a:pt x="3792" y="547"/>
                    <a:pt x="3792" y="547"/>
                  </a:cubicBezTo>
                  <a:cubicBezTo>
                    <a:pt x="3792" y="465"/>
                    <a:pt x="3792" y="465"/>
                    <a:pt x="3792" y="465"/>
                  </a:cubicBezTo>
                  <a:cubicBezTo>
                    <a:pt x="3805" y="465"/>
                    <a:pt x="3805" y="465"/>
                    <a:pt x="3805" y="465"/>
                  </a:cubicBezTo>
                  <a:cubicBezTo>
                    <a:pt x="3622" y="383"/>
                    <a:pt x="3622" y="383"/>
                    <a:pt x="3622" y="383"/>
                  </a:cubicBezTo>
                  <a:cubicBezTo>
                    <a:pt x="3602" y="441"/>
                    <a:pt x="3591" y="502"/>
                    <a:pt x="3591" y="567"/>
                  </a:cubicBezTo>
                  <a:cubicBezTo>
                    <a:pt x="3591" y="720"/>
                    <a:pt x="3647" y="853"/>
                    <a:pt x="3759" y="965"/>
                  </a:cubicBezTo>
                  <a:cubicBezTo>
                    <a:pt x="3871" y="1076"/>
                    <a:pt x="4004" y="1132"/>
                    <a:pt x="4159" y="1132"/>
                  </a:cubicBezTo>
                  <a:cubicBezTo>
                    <a:pt x="4314" y="1132"/>
                    <a:pt x="4448" y="1076"/>
                    <a:pt x="4562" y="963"/>
                  </a:cubicBezTo>
                  <a:cubicBezTo>
                    <a:pt x="4600" y="926"/>
                    <a:pt x="4632" y="885"/>
                    <a:pt x="4657" y="842"/>
                  </a:cubicBezTo>
                  <a:cubicBezTo>
                    <a:pt x="4299" y="683"/>
                    <a:pt x="4299" y="683"/>
                    <a:pt x="4299" y="683"/>
                  </a:cubicBezTo>
                  <a:lnTo>
                    <a:pt x="4048" y="683"/>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nl-NL" sz="2400"/>
            </a:p>
          </p:txBody>
        </p:sp>
      </p:grpSp>
      <p:sp>
        <p:nvSpPr>
          <p:cNvPr id="20" name="Freeform 6"/>
          <p:cNvSpPr>
            <a:spLocks noChangeAspect="1" noEditPoints="1"/>
          </p:cNvSpPr>
          <p:nvPr/>
        </p:nvSpPr>
        <p:spPr bwMode="auto">
          <a:xfrm>
            <a:off x="11116801" y="6292800"/>
            <a:ext cx="757257" cy="225600"/>
          </a:xfrm>
          <a:custGeom>
            <a:avLst/>
            <a:gdLst>
              <a:gd name="T0" fmla="*/ 27 w 480"/>
              <a:gd name="T1" fmla="*/ 80 h 143"/>
              <a:gd name="T2" fmla="*/ 44 w 480"/>
              <a:gd name="T3" fmla="*/ 119 h 143"/>
              <a:gd name="T4" fmla="*/ 70 w 480"/>
              <a:gd name="T5" fmla="*/ 100 h 143"/>
              <a:gd name="T6" fmla="*/ 44 w 480"/>
              <a:gd name="T7" fmla="*/ 21 h 143"/>
              <a:gd name="T8" fmla="*/ 27 w 480"/>
              <a:gd name="T9" fmla="*/ 57 h 143"/>
              <a:gd name="T10" fmla="*/ 66 w 480"/>
              <a:gd name="T11" fmla="*/ 39 h 143"/>
              <a:gd name="T12" fmla="*/ 56 w 480"/>
              <a:gd name="T13" fmla="*/ 140 h 143"/>
              <a:gd name="T14" fmla="*/ 0 w 480"/>
              <a:gd name="T15" fmla="*/ 0 h 143"/>
              <a:gd name="T16" fmla="*/ 84 w 480"/>
              <a:gd name="T17" fmla="*/ 10 h 143"/>
              <a:gd name="T18" fmla="*/ 87 w 480"/>
              <a:gd name="T19" fmla="*/ 57 h 143"/>
              <a:gd name="T20" fmla="*/ 98 w 480"/>
              <a:gd name="T21" fmla="*/ 103 h 143"/>
              <a:gd name="T22" fmla="*/ 162 w 480"/>
              <a:gd name="T23" fmla="*/ 59 h 143"/>
              <a:gd name="T24" fmla="*/ 162 w 480"/>
              <a:gd name="T25" fmla="*/ 123 h 143"/>
              <a:gd name="T26" fmla="*/ 162 w 480"/>
              <a:gd name="T27" fmla="*/ 59 h 143"/>
              <a:gd name="T28" fmla="*/ 113 w 480"/>
              <a:gd name="T29" fmla="*/ 91 h 143"/>
              <a:gd name="T30" fmla="*/ 210 w 480"/>
              <a:gd name="T31" fmla="*/ 91 h 143"/>
              <a:gd name="T32" fmla="*/ 271 w 480"/>
              <a:gd name="T33" fmla="*/ 59 h 143"/>
              <a:gd name="T34" fmla="*/ 271 w 480"/>
              <a:gd name="T35" fmla="*/ 123 h 143"/>
              <a:gd name="T36" fmla="*/ 271 w 480"/>
              <a:gd name="T37" fmla="*/ 59 h 143"/>
              <a:gd name="T38" fmla="*/ 222 w 480"/>
              <a:gd name="T39" fmla="*/ 91 h 143"/>
              <a:gd name="T40" fmla="*/ 320 w 480"/>
              <a:gd name="T41" fmla="*/ 91 h 143"/>
              <a:gd name="T42" fmla="*/ 455 w 480"/>
              <a:gd name="T43" fmla="*/ 140 h 143"/>
              <a:gd name="T44" fmla="*/ 447 w 480"/>
              <a:gd name="T45" fmla="*/ 60 h 143"/>
              <a:gd name="T46" fmla="*/ 420 w 480"/>
              <a:gd name="T47" fmla="*/ 81 h 143"/>
              <a:gd name="T48" fmla="*/ 395 w 480"/>
              <a:gd name="T49" fmla="*/ 140 h 143"/>
              <a:gd name="T50" fmla="*/ 387 w 480"/>
              <a:gd name="T51" fmla="*/ 60 h 143"/>
              <a:gd name="T52" fmla="*/ 361 w 480"/>
              <a:gd name="T53" fmla="*/ 81 h 143"/>
              <a:gd name="T54" fmla="*/ 336 w 480"/>
              <a:gd name="T55" fmla="*/ 140 h 143"/>
              <a:gd name="T56" fmla="*/ 361 w 480"/>
              <a:gd name="T57" fmla="*/ 42 h 143"/>
              <a:gd name="T58" fmla="*/ 394 w 480"/>
              <a:gd name="T59" fmla="*/ 40 h 143"/>
              <a:gd name="T60" fmla="*/ 454 w 480"/>
              <a:gd name="T61" fmla="*/ 40 h 143"/>
              <a:gd name="T62" fmla="*/ 480 w 480"/>
              <a:gd name="T63" fmla="*/ 14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80" h="143">
                <a:moveTo>
                  <a:pt x="44" y="80"/>
                </a:moveTo>
                <a:cubicBezTo>
                  <a:pt x="27" y="80"/>
                  <a:pt x="27" y="80"/>
                  <a:pt x="27" y="80"/>
                </a:cubicBezTo>
                <a:cubicBezTo>
                  <a:pt x="27" y="119"/>
                  <a:pt x="27" y="119"/>
                  <a:pt x="27" y="119"/>
                </a:cubicBezTo>
                <a:cubicBezTo>
                  <a:pt x="44" y="119"/>
                  <a:pt x="44" y="119"/>
                  <a:pt x="44" y="119"/>
                </a:cubicBezTo>
                <a:cubicBezTo>
                  <a:pt x="53" y="119"/>
                  <a:pt x="56" y="118"/>
                  <a:pt x="60" y="116"/>
                </a:cubicBezTo>
                <a:cubicBezTo>
                  <a:pt x="66" y="113"/>
                  <a:pt x="70" y="107"/>
                  <a:pt x="70" y="100"/>
                </a:cubicBezTo>
                <a:cubicBezTo>
                  <a:pt x="70" y="87"/>
                  <a:pt x="61" y="80"/>
                  <a:pt x="44" y="80"/>
                </a:cubicBezTo>
                <a:moveTo>
                  <a:pt x="44" y="21"/>
                </a:moveTo>
                <a:cubicBezTo>
                  <a:pt x="27" y="21"/>
                  <a:pt x="27" y="21"/>
                  <a:pt x="27" y="21"/>
                </a:cubicBezTo>
                <a:cubicBezTo>
                  <a:pt x="27" y="57"/>
                  <a:pt x="27" y="57"/>
                  <a:pt x="27" y="57"/>
                </a:cubicBezTo>
                <a:cubicBezTo>
                  <a:pt x="43" y="57"/>
                  <a:pt x="43" y="57"/>
                  <a:pt x="43" y="57"/>
                </a:cubicBezTo>
                <a:cubicBezTo>
                  <a:pt x="58" y="57"/>
                  <a:pt x="66" y="51"/>
                  <a:pt x="66" y="39"/>
                </a:cubicBezTo>
                <a:cubicBezTo>
                  <a:pt x="66" y="28"/>
                  <a:pt x="58" y="21"/>
                  <a:pt x="44" y="21"/>
                </a:cubicBezTo>
                <a:moveTo>
                  <a:pt x="56" y="140"/>
                </a:moveTo>
                <a:cubicBezTo>
                  <a:pt x="0" y="140"/>
                  <a:pt x="0" y="140"/>
                  <a:pt x="0" y="140"/>
                </a:cubicBezTo>
                <a:cubicBezTo>
                  <a:pt x="0" y="0"/>
                  <a:pt x="0" y="0"/>
                  <a:pt x="0" y="0"/>
                </a:cubicBezTo>
                <a:cubicBezTo>
                  <a:pt x="50" y="0"/>
                  <a:pt x="50" y="0"/>
                  <a:pt x="50" y="0"/>
                </a:cubicBezTo>
                <a:cubicBezTo>
                  <a:pt x="68" y="0"/>
                  <a:pt x="76" y="3"/>
                  <a:pt x="84" y="10"/>
                </a:cubicBezTo>
                <a:cubicBezTo>
                  <a:pt x="91" y="15"/>
                  <a:pt x="95" y="25"/>
                  <a:pt x="95" y="35"/>
                </a:cubicBezTo>
                <a:cubicBezTo>
                  <a:pt x="95" y="42"/>
                  <a:pt x="92" y="51"/>
                  <a:pt x="87" y="57"/>
                </a:cubicBezTo>
                <a:cubicBezTo>
                  <a:pt x="81" y="64"/>
                  <a:pt x="75" y="66"/>
                  <a:pt x="64" y="67"/>
                </a:cubicBezTo>
                <a:cubicBezTo>
                  <a:pt x="85" y="67"/>
                  <a:pt x="98" y="81"/>
                  <a:pt x="98" y="103"/>
                </a:cubicBezTo>
                <a:cubicBezTo>
                  <a:pt x="98" y="127"/>
                  <a:pt x="83" y="140"/>
                  <a:pt x="56" y="140"/>
                </a:cubicBezTo>
                <a:moveTo>
                  <a:pt x="162" y="59"/>
                </a:moveTo>
                <a:cubicBezTo>
                  <a:pt x="149" y="59"/>
                  <a:pt x="139" y="73"/>
                  <a:pt x="139" y="91"/>
                </a:cubicBezTo>
                <a:cubicBezTo>
                  <a:pt x="139" y="108"/>
                  <a:pt x="149" y="123"/>
                  <a:pt x="162" y="123"/>
                </a:cubicBezTo>
                <a:cubicBezTo>
                  <a:pt x="174" y="123"/>
                  <a:pt x="185" y="108"/>
                  <a:pt x="185" y="91"/>
                </a:cubicBezTo>
                <a:cubicBezTo>
                  <a:pt x="185" y="73"/>
                  <a:pt x="174" y="59"/>
                  <a:pt x="162" y="59"/>
                </a:cubicBezTo>
                <a:moveTo>
                  <a:pt x="162" y="143"/>
                </a:moveTo>
                <a:cubicBezTo>
                  <a:pt x="134" y="143"/>
                  <a:pt x="113" y="120"/>
                  <a:pt x="113" y="91"/>
                </a:cubicBezTo>
                <a:cubicBezTo>
                  <a:pt x="113" y="61"/>
                  <a:pt x="134" y="39"/>
                  <a:pt x="162" y="39"/>
                </a:cubicBezTo>
                <a:cubicBezTo>
                  <a:pt x="189" y="39"/>
                  <a:pt x="210" y="61"/>
                  <a:pt x="210" y="91"/>
                </a:cubicBezTo>
                <a:cubicBezTo>
                  <a:pt x="210" y="120"/>
                  <a:pt x="189" y="143"/>
                  <a:pt x="162" y="143"/>
                </a:cubicBezTo>
                <a:moveTo>
                  <a:pt x="271" y="59"/>
                </a:moveTo>
                <a:cubicBezTo>
                  <a:pt x="259" y="59"/>
                  <a:pt x="248" y="73"/>
                  <a:pt x="248" y="91"/>
                </a:cubicBezTo>
                <a:cubicBezTo>
                  <a:pt x="248" y="108"/>
                  <a:pt x="259" y="123"/>
                  <a:pt x="271" y="123"/>
                </a:cubicBezTo>
                <a:cubicBezTo>
                  <a:pt x="284" y="123"/>
                  <a:pt x="294" y="108"/>
                  <a:pt x="294" y="91"/>
                </a:cubicBezTo>
                <a:cubicBezTo>
                  <a:pt x="294" y="73"/>
                  <a:pt x="284" y="59"/>
                  <a:pt x="271" y="59"/>
                </a:cubicBezTo>
                <a:moveTo>
                  <a:pt x="271" y="143"/>
                </a:moveTo>
                <a:cubicBezTo>
                  <a:pt x="243" y="143"/>
                  <a:pt x="222" y="120"/>
                  <a:pt x="222" y="91"/>
                </a:cubicBezTo>
                <a:cubicBezTo>
                  <a:pt x="222" y="61"/>
                  <a:pt x="243" y="39"/>
                  <a:pt x="271" y="39"/>
                </a:cubicBezTo>
                <a:cubicBezTo>
                  <a:pt x="299" y="39"/>
                  <a:pt x="320" y="61"/>
                  <a:pt x="320" y="91"/>
                </a:cubicBezTo>
                <a:cubicBezTo>
                  <a:pt x="320" y="120"/>
                  <a:pt x="299" y="143"/>
                  <a:pt x="271" y="143"/>
                </a:cubicBezTo>
                <a:moveTo>
                  <a:pt x="455" y="140"/>
                </a:moveTo>
                <a:cubicBezTo>
                  <a:pt x="455" y="77"/>
                  <a:pt x="455" y="77"/>
                  <a:pt x="455" y="77"/>
                </a:cubicBezTo>
                <a:cubicBezTo>
                  <a:pt x="455" y="64"/>
                  <a:pt x="453" y="60"/>
                  <a:pt x="447" y="60"/>
                </a:cubicBezTo>
                <a:cubicBezTo>
                  <a:pt x="444" y="60"/>
                  <a:pt x="439" y="62"/>
                  <a:pt x="434" y="67"/>
                </a:cubicBezTo>
                <a:cubicBezTo>
                  <a:pt x="430" y="70"/>
                  <a:pt x="427" y="74"/>
                  <a:pt x="420" y="81"/>
                </a:cubicBezTo>
                <a:cubicBezTo>
                  <a:pt x="420" y="140"/>
                  <a:pt x="420" y="140"/>
                  <a:pt x="420" y="140"/>
                </a:cubicBezTo>
                <a:cubicBezTo>
                  <a:pt x="395" y="140"/>
                  <a:pt x="395" y="140"/>
                  <a:pt x="395" y="140"/>
                </a:cubicBezTo>
                <a:cubicBezTo>
                  <a:pt x="395" y="77"/>
                  <a:pt x="395" y="77"/>
                  <a:pt x="395" y="77"/>
                </a:cubicBezTo>
                <a:cubicBezTo>
                  <a:pt x="395" y="64"/>
                  <a:pt x="393" y="60"/>
                  <a:pt x="387" y="60"/>
                </a:cubicBezTo>
                <a:cubicBezTo>
                  <a:pt x="382" y="60"/>
                  <a:pt x="375" y="65"/>
                  <a:pt x="364" y="77"/>
                </a:cubicBezTo>
                <a:cubicBezTo>
                  <a:pt x="361" y="81"/>
                  <a:pt x="361" y="81"/>
                  <a:pt x="361" y="81"/>
                </a:cubicBezTo>
                <a:cubicBezTo>
                  <a:pt x="361" y="140"/>
                  <a:pt x="361" y="140"/>
                  <a:pt x="361" y="140"/>
                </a:cubicBezTo>
                <a:cubicBezTo>
                  <a:pt x="336" y="140"/>
                  <a:pt x="336" y="140"/>
                  <a:pt x="336" y="140"/>
                </a:cubicBezTo>
                <a:cubicBezTo>
                  <a:pt x="336" y="42"/>
                  <a:pt x="336" y="42"/>
                  <a:pt x="336" y="42"/>
                </a:cubicBezTo>
                <a:cubicBezTo>
                  <a:pt x="361" y="42"/>
                  <a:pt x="361" y="42"/>
                  <a:pt x="361" y="42"/>
                </a:cubicBezTo>
                <a:cubicBezTo>
                  <a:pt x="361" y="58"/>
                  <a:pt x="361" y="58"/>
                  <a:pt x="361" y="58"/>
                </a:cubicBezTo>
                <a:cubicBezTo>
                  <a:pt x="372" y="45"/>
                  <a:pt x="382" y="40"/>
                  <a:pt x="394" y="40"/>
                </a:cubicBezTo>
                <a:cubicBezTo>
                  <a:pt x="409" y="40"/>
                  <a:pt x="417" y="46"/>
                  <a:pt x="420" y="59"/>
                </a:cubicBezTo>
                <a:cubicBezTo>
                  <a:pt x="430" y="46"/>
                  <a:pt x="441" y="40"/>
                  <a:pt x="454" y="40"/>
                </a:cubicBezTo>
                <a:cubicBezTo>
                  <a:pt x="471" y="40"/>
                  <a:pt x="480" y="49"/>
                  <a:pt x="480" y="68"/>
                </a:cubicBezTo>
                <a:cubicBezTo>
                  <a:pt x="480" y="140"/>
                  <a:pt x="480" y="140"/>
                  <a:pt x="480" y="140"/>
                </a:cubicBezTo>
                <a:lnTo>
                  <a:pt x="455" y="140"/>
                </a:lnTo>
                <a:close/>
              </a:path>
            </a:pathLst>
          </a:custGeom>
          <a:solidFill>
            <a:schemeClr val="bg1"/>
          </a:solidFill>
          <a:ln>
            <a:noFill/>
          </a:ln>
        </p:spPr>
        <p:txBody>
          <a:bodyPr vert="horz" wrap="square" lIns="121920" tIns="60960" rIns="121920" bIns="60960" numCol="1" anchor="t" anchorCtr="0" compatLnSpc="1">
            <a:prstTxWarp prst="textNoShape">
              <a:avLst/>
            </a:prstTxWarp>
          </a:bodyPr>
          <a:lstStyle/>
          <a:p>
            <a:endParaRPr lang="nl-NL" sz="2400" dirty="0"/>
          </a:p>
        </p:txBody>
      </p:sp>
      <p:sp>
        <p:nvSpPr>
          <p:cNvPr id="2" name="Tekstvak 1"/>
          <p:cNvSpPr txBox="1"/>
          <p:nvPr/>
        </p:nvSpPr>
        <p:spPr>
          <a:xfrm>
            <a:off x="623391" y="3429001"/>
            <a:ext cx="510076" cy="461665"/>
          </a:xfrm>
          <a:prstGeom prst="rect">
            <a:avLst/>
          </a:prstGeom>
          <a:noFill/>
        </p:spPr>
        <p:txBody>
          <a:bodyPr wrap="none" rtlCol="0">
            <a:spAutoFit/>
          </a:bodyPr>
          <a:lstStyle/>
          <a:p>
            <a:r>
              <a:rPr kumimoji="0" lang="nl-NL" sz="2400" b="1"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 </a:t>
            </a:r>
            <a:endParaRPr lang="nl-NL" sz="2400" dirty="0"/>
          </a:p>
        </p:txBody>
      </p:sp>
      <p:sp>
        <p:nvSpPr>
          <p:cNvPr id="5" name="Tijdelijke aanduiding voor tekst 4"/>
          <p:cNvSpPr>
            <a:spLocks noGrp="1"/>
          </p:cNvSpPr>
          <p:nvPr>
            <p:ph type="body" sz="quarter" idx="11" hasCustomPrompt="1"/>
          </p:nvPr>
        </p:nvSpPr>
        <p:spPr>
          <a:xfrm>
            <a:off x="1007435" y="3483200"/>
            <a:ext cx="2880320" cy="384043"/>
          </a:xfrm>
        </p:spPr>
        <p:txBody>
          <a:bodyPr/>
          <a:lstStyle>
            <a:lvl1pPr>
              <a:defRPr sz="2400">
                <a:solidFill>
                  <a:schemeClr val="bg1"/>
                </a:solidFill>
              </a:defRPr>
            </a:lvl1pPr>
          </a:lstStyle>
          <a:p>
            <a:pPr lvl="0"/>
            <a:r>
              <a:rPr lang="nl-NL" dirty="0"/>
              <a:t>&lt;Naam&gt;</a:t>
            </a:r>
          </a:p>
        </p:txBody>
      </p:sp>
      <p:sp>
        <p:nvSpPr>
          <p:cNvPr id="6" name="Tekstvak 5"/>
          <p:cNvSpPr txBox="1"/>
          <p:nvPr/>
        </p:nvSpPr>
        <p:spPr>
          <a:xfrm>
            <a:off x="3791744" y="3470036"/>
            <a:ext cx="6432715" cy="379656"/>
          </a:xfrm>
          <a:prstGeom prst="rect">
            <a:avLst/>
          </a:prstGeom>
          <a:noFill/>
        </p:spPr>
        <p:txBody>
          <a:bodyPr wrap="square" rtlCol="0">
            <a:spAutoFit/>
          </a:bodyPr>
          <a:lstStyle/>
          <a:p>
            <a:pPr lvl="0"/>
            <a:r>
              <a:rPr kumimoji="0" lang="nl-NL" sz="1867" b="1" i="0" u="none" strike="noStrike" kern="1200" cap="none" spc="0" normalizeH="0" baseline="0" noProof="0" dirty="0">
                <a:ln>
                  <a:noFill/>
                </a:ln>
                <a:solidFill>
                  <a:prstClr val="white"/>
                </a:solidFill>
                <a:effectLst/>
                <a:uLnTx/>
                <a:uFillTx/>
                <a:latin typeface="Calibri" panose="020F0502020204030204" pitchFamily="34" charset="0"/>
                <a:ea typeface="+mn-ea"/>
                <a:cs typeface="+mn-cs"/>
              </a:rPr>
              <a:t>| Boom uitgevers Amsterdam BV</a:t>
            </a:r>
            <a:endParaRPr lang="nl-NL" sz="2400" dirty="0"/>
          </a:p>
        </p:txBody>
      </p:sp>
      <p:sp>
        <p:nvSpPr>
          <p:cNvPr id="12" name="Tijdelijke aanduiding voor dianummer 5"/>
          <p:cNvSpPr txBox="1">
            <a:spLocks/>
          </p:cNvSpPr>
          <p:nvPr/>
        </p:nvSpPr>
        <p:spPr>
          <a:xfrm>
            <a:off x="290368" y="6278697"/>
            <a:ext cx="1296169" cy="365040"/>
          </a:xfrm>
          <a:prstGeom prst="rect">
            <a:avLst/>
          </a:prstGeom>
        </p:spPr>
        <p:txBody>
          <a:bodyPr vert="horz" lIns="0" tIns="0" rIns="0" bIns="0" rtlCol="0" anchor="ctr">
            <a:noAutofit/>
          </a:bodyPr>
          <a:lstStyle>
            <a:defPPr>
              <a:defRPr lang="nl-NL"/>
            </a:defPPr>
            <a:lvl1pPr marL="0" algn="r" defTabSz="914400" rtl="0" eaLnBrk="1" latinLnBrk="0" hangingPunct="1">
              <a:defRPr sz="1100" kern="1200">
                <a:solidFill>
                  <a:schemeClr val="accent1"/>
                </a:solidFill>
                <a:latin typeface="Calibri" panose="020F0502020204030204" pitchFamily="34" charset="0"/>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lang="nl-NL" sz="1467" noProof="1"/>
              <a:t>pagina  </a:t>
            </a:r>
            <a:fld id="{1336C48C-F87C-4E4B-81EF-5027B17D1F61}" type="slidenum">
              <a:rPr lang="nl-NL" sz="1467" noProof="1" smtClean="0"/>
              <a:pPr algn="l"/>
              <a:t>‹nr.›</a:t>
            </a:fld>
            <a:endParaRPr lang="nl-NL" sz="1467" noProof="1"/>
          </a:p>
        </p:txBody>
      </p:sp>
    </p:spTree>
    <p:extLst>
      <p:ext uri="{BB962C8B-B14F-4D97-AF65-F5344CB8AC3E}">
        <p14:creationId xmlns:p14="http://schemas.microsoft.com/office/powerpoint/2010/main" val="358407911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obj">
  <p:cSld name="Titel en object">
    <p:spTree>
      <p:nvGrpSpPr>
        <p:cNvPr id="1" name=""/>
        <p:cNvGrpSpPr/>
        <p:nvPr/>
      </p:nvGrpSpPr>
      <p:grpSpPr>
        <a:xfrm>
          <a:off x="0" y="0"/>
          <a:ext cx="0" cy="0"/>
          <a:chOff x="0" y="0"/>
          <a:chExt cx="0" cy="0"/>
        </a:xfrm>
      </p:grpSpPr>
      <p:sp>
        <p:nvSpPr>
          <p:cNvPr id="2" name="Titel 1"/>
          <p:cNvSpPr>
            <a:spLocks noGrp="1"/>
          </p:cNvSpPr>
          <p:nvPr>
            <p:ph type="title"/>
          </p:nvPr>
        </p:nvSpPr>
        <p:spPr/>
        <p:txBody>
          <a:bodyPr/>
          <a:lstStyle/>
          <a:p>
            <a:r>
              <a:rPr lang="nl-NL"/>
              <a:t>Titelstijl van model bewerken</a:t>
            </a:r>
          </a:p>
        </p:txBody>
      </p:sp>
      <p:sp>
        <p:nvSpPr>
          <p:cNvPr id="3" name="Tijdelijke aanduiding voor inhoud 2"/>
          <p:cNvSpPr>
            <a:spLocks noGrp="1"/>
          </p:cNvSpPr>
          <p:nvPr>
            <p:ph idx="1"/>
          </p:nvPr>
        </p:nvSpPr>
        <p:spPr/>
        <p:txBody>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Rectangle 4"/>
          <p:cNvSpPr>
            <a:spLocks noGrp="1" noChangeArrowheads="1"/>
          </p:cNvSpPr>
          <p:nvPr>
            <p:ph type="dt" sz="half" idx="10"/>
          </p:nvPr>
        </p:nvSpPr>
        <p:spPr/>
        <p:txBody>
          <a:bodyPr/>
          <a:lstStyle>
            <a:lvl1pPr>
              <a:defRPr/>
            </a:lvl1pPr>
          </a:lstStyle>
          <a:p>
            <a:pPr>
              <a:defRPr/>
            </a:pPr>
            <a:endParaRPr lang="en-US"/>
          </a:p>
        </p:txBody>
      </p:sp>
      <p:sp>
        <p:nvSpPr>
          <p:cNvPr id="5" name="Rectangle 6"/>
          <p:cNvSpPr>
            <a:spLocks noGrp="1" noChangeArrowheads="1"/>
          </p:cNvSpPr>
          <p:nvPr>
            <p:ph type="sldNum" sz="quarter" idx="11"/>
          </p:nvPr>
        </p:nvSpPr>
        <p:spPr/>
        <p:txBody>
          <a:bodyPr/>
          <a:lstStyle>
            <a:lvl1pPr>
              <a:defRPr/>
            </a:lvl1pPr>
          </a:lstStyle>
          <a:p>
            <a:fld id="{AAA6DAB6-8375-42C8-90CC-8133317AF097}" type="slidenum">
              <a:rPr lang="en-US"/>
              <a:pPr/>
              <a:t>‹nr.›</a:t>
            </a:fld>
            <a:endParaRPr lang="en-US"/>
          </a:p>
        </p:txBody>
      </p:sp>
    </p:spTree>
    <p:extLst>
      <p:ext uri="{BB962C8B-B14F-4D97-AF65-F5344CB8AC3E}">
        <p14:creationId xmlns:p14="http://schemas.microsoft.com/office/powerpoint/2010/main" val="254030710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xAndObj">
  <p:cSld name="Titel, tekst en inhoud">
    <p:spTree>
      <p:nvGrpSpPr>
        <p:cNvPr id="1" name=""/>
        <p:cNvGrpSpPr/>
        <p:nvPr/>
      </p:nvGrpSpPr>
      <p:grpSpPr>
        <a:xfrm>
          <a:off x="0" y="0"/>
          <a:ext cx="0" cy="0"/>
          <a:chOff x="0" y="0"/>
          <a:chExt cx="0" cy="0"/>
        </a:xfrm>
      </p:grpSpPr>
      <p:sp>
        <p:nvSpPr>
          <p:cNvPr id="2" name="Titel 1"/>
          <p:cNvSpPr>
            <a:spLocks noGrp="1"/>
          </p:cNvSpPr>
          <p:nvPr>
            <p:ph type="title"/>
          </p:nvPr>
        </p:nvSpPr>
        <p:spPr>
          <a:xfrm>
            <a:off x="1219200" y="274638"/>
            <a:ext cx="9753600" cy="1143000"/>
          </a:xfrm>
        </p:spPr>
        <p:txBody>
          <a:bodyPr/>
          <a:lstStyle/>
          <a:p>
            <a:r>
              <a:rPr lang="nl-NL"/>
              <a:t>Titelstijl van model bewerken</a:t>
            </a:r>
          </a:p>
        </p:txBody>
      </p:sp>
      <p:sp>
        <p:nvSpPr>
          <p:cNvPr id="3" name="Tijdelijke aanduiding voor tekst 2"/>
          <p:cNvSpPr>
            <a:spLocks noGrp="1"/>
          </p:cNvSpPr>
          <p:nvPr>
            <p:ph type="body" sz="half" idx="1"/>
          </p:nvPr>
        </p:nvSpPr>
        <p:spPr>
          <a:xfrm>
            <a:off x="1219200" y="1600201"/>
            <a:ext cx="4775200" cy="4525963"/>
          </a:xfrm>
        </p:spPr>
        <p:txBody>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6197600" y="1600201"/>
            <a:ext cx="4775200" cy="4525963"/>
          </a:xfrm>
        </p:spPr>
        <p:txBody>
          <a:bodyPr/>
          <a:lstStyle/>
          <a:p>
            <a:pPr lvl="0"/>
            <a:r>
              <a:rPr lang="nl-NL"/>
              <a:t>Klik om de tekststijl van het model te bewerken</a:t>
            </a:r>
          </a:p>
          <a:p>
            <a:pPr lvl="1"/>
            <a:r>
              <a:rPr lang="nl-NL"/>
              <a:t>Tweede niveau</a:t>
            </a:r>
          </a:p>
          <a:p>
            <a:pPr lvl="2"/>
            <a:r>
              <a:rPr lang="nl-NL"/>
              <a:t>Derde niveau</a:t>
            </a:r>
          </a:p>
          <a:p>
            <a:pPr lvl="3"/>
            <a:r>
              <a:rPr lang="nl-NL"/>
              <a:t>Vierde niveau</a:t>
            </a:r>
          </a:p>
          <a:p>
            <a:pPr lvl="4"/>
            <a:r>
              <a:rPr lang="nl-NL"/>
              <a:t>Vijfde niveau</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6BAF8659-9503-4569-9112-7FC728404961}" type="slidenum">
              <a:rPr lang="en-US"/>
              <a:pPr/>
              <a:t>‹nr.›</a:t>
            </a:fld>
            <a:endParaRPr lang="en-US"/>
          </a:p>
        </p:txBody>
      </p:sp>
    </p:spTree>
    <p:extLst>
      <p:ext uri="{BB962C8B-B14F-4D97-AF65-F5344CB8AC3E}">
        <p14:creationId xmlns:p14="http://schemas.microsoft.com/office/powerpoint/2010/main" val="52166029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xAndTwoObj">
  <p:cSld name="Titel, tekst en 2 inhoudselementen">
    <p:spTree>
      <p:nvGrpSpPr>
        <p:cNvPr id="1" name=""/>
        <p:cNvGrpSpPr/>
        <p:nvPr/>
      </p:nvGrpSpPr>
      <p:grpSpPr>
        <a:xfrm>
          <a:off x="0" y="0"/>
          <a:ext cx="0" cy="0"/>
          <a:chOff x="0" y="0"/>
          <a:chExt cx="0" cy="0"/>
        </a:xfrm>
      </p:grpSpPr>
      <p:sp>
        <p:nvSpPr>
          <p:cNvPr id="2" name="Titel 1"/>
          <p:cNvSpPr>
            <a:spLocks noGrp="1"/>
          </p:cNvSpPr>
          <p:nvPr>
            <p:ph type="title"/>
          </p:nvPr>
        </p:nvSpPr>
        <p:spPr>
          <a:xfrm>
            <a:off x="1219200" y="274638"/>
            <a:ext cx="9753600" cy="1143000"/>
          </a:xfrm>
        </p:spPr>
        <p:txBody>
          <a:bodyPr/>
          <a:lstStyle/>
          <a:p>
            <a:r>
              <a:rPr lang="nl-NL"/>
              <a:t>Klik om de stijl te bewerken</a:t>
            </a:r>
          </a:p>
        </p:txBody>
      </p:sp>
      <p:sp>
        <p:nvSpPr>
          <p:cNvPr id="3" name="Tijdelijke aanduiding voor tekst 2"/>
          <p:cNvSpPr>
            <a:spLocks noGrp="1"/>
          </p:cNvSpPr>
          <p:nvPr>
            <p:ph type="body" sz="half" idx="1"/>
          </p:nvPr>
        </p:nvSpPr>
        <p:spPr>
          <a:xfrm>
            <a:off x="1219200" y="1600201"/>
            <a:ext cx="4775200" cy="4525963"/>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quarter" idx="2"/>
          </p:nvPr>
        </p:nvSpPr>
        <p:spPr>
          <a:xfrm>
            <a:off x="6197600" y="1600200"/>
            <a:ext cx="4775200" cy="2185988"/>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Tijdelijke aanduiding voor inhoud 4"/>
          <p:cNvSpPr>
            <a:spLocks noGrp="1"/>
          </p:cNvSpPr>
          <p:nvPr>
            <p:ph sz="quarter" idx="3"/>
          </p:nvPr>
        </p:nvSpPr>
        <p:spPr>
          <a:xfrm>
            <a:off x="6197600" y="3938589"/>
            <a:ext cx="4775200" cy="2187575"/>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6" name="Rectangle 4"/>
          <p:cNvSpPr>
            <a:spLocks noGrp="1" noChangeArrowheads="1"/>
          </p:cNvSpPr>
          <p:nvPr>
            <p:ph type="dt" sz="half" idx="10"/>
          </p:nvPr>
        </p:nvSpPr>
        <p:spPr>
          <a:ln/>
        </p:spPr>
        <p:txBody>
          <a:bodyPr/>
          <a:lstStyle>
            <a:lvl1pPr>
              <a:defRPr/>
            </a:lvl1pPr>
          </a:lstStyle>
          <a:p>
            <a:pPr>
              <a:defRPr/>
            </a:pPr>
            <a:endParaRPr lang="en-US"/>
          </a:p>
        </p:txBody>
      </p:sp>
      <p:sp>
        <p:nvSpPr>
          <p:cNvPr id="7" name="Rectangle 5"/>
          <p:cNvSpPr>
            <a:spLocks noGrp="1" noChangeArrowheads="1"/>
          </p:cNvSpPr>
          <p:nvPr>
            <p:ph type="ftr" sz="quarter" idx="11"/>
          </p:nvPr>
        </p:nvSpPr>
        <p:spPr>
          <a:ln/>
        </p:spPr>
        <p:txBody>
          <a:bodyPr/>
          <a:lstStyle>
            <a:lvl1pPr>
              <a:defRPr/>
            </a:lvl1pPr>
          </a:lstStyle>
          <a:p>
            <a:endParaRPr lang="en-US"/>
          </a:p>
        </p:txBody>
      </p:sp>
      <p:sp>
        <p:nvSpPr>
          <p:cNvPr id="8" name="Rectangle 6"/>
          <p:cNvSpPr>
            <a:spLocks noGrp="1" noChangeArrowheads="1"/>
          </p:cNvSpPr>
          <p:nvPr>
            <p:ph type="sldNum" sz="quarter" idx="12"/>
          </p:nvPr>
        </p:nvSpPr>
        <p:spPr>
          <a:ln/>
        </p:spPr>
        <p:txBody>
          <a:bodyPr/>
          <a:lstStyle>
            <a:lvl1pPr>
              <a:defRPr/>
            </a:lvl1pPr>
          </a:lstStyle>
          <a:p>
            <a:fld id="{24432A3C-1946-4D66-A2FE-692906D6962C}" type="slidenum">
              <a:rPr lang="en-US"/>
              <a:pPr/>
              <a:t>‹nr.›</a:t>
            </a:fld>
            <a:endParaRPr lang="en-US"/>
          </a:p>
        </p:txBody>
      </p:sp>
    </p:spTree>
    <p:extLst>
      <p:ext uri="{BB962C8B-B14F-4D97-AF65-F5344CB8AC3E}">
        <p14:creationId xmlns:p14="http://schemas.microsoft.com/office/powerpoint/2010/main" val="239354347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txOverObj">
  <p:cSld name="Titel en tekst boven object">
    <p:spTree>
      <p:nvGrpSpPr>
        <p:cNvPr id="1" name=""/>
        <p:cNvGrpSpPr/>
        <p:nvPr/>
      </p:nvGrpSpPr>
      <p:grpSpPr>
        <a:xfrm>
          <a:off x="0" y="0"/>
          <a:ext cx="0" cy="0"/>
          <a:chOff x="0" y="0"/>
          <a:chExt cx="0" cy="0"/>
        </a:xfrm>
      </p:grpSpPr>
      <p:sp>
        <p:nvSpPr>
          <p:cNvPr id="2" name="Titel 1"/>
          <p:cNvSpPr>
            <a:spLocks noGrp="1"/>
          </p:cNvSpPr>
          <p:nvPr>
            <p:ph type="title"/>
          </p:nvPr>
        </p:nvSpPr>
        <p:spPr>
          <a:xfrm>
            <a:off x="1219200" y="274638"/>
            <a:ext cx="9753600" cy="1143000"/>
          </a:xfrm>
        </p:spPr>
        <p:txBody>
          <a:bodyPr/>
          <a:lstStyle/>
          <a:p>
            <a:r>
              <a:rPr lang="nl-NL"/>
              <a:t>Klik om de stijl te bewerken</a:t>
            </a:r>
          </a:p>
        </p:txBody>
      </p:sp>
      <p:sp>
        <p:nvSpPr>
          <p:cNvPr id="3" name="Tijdelijke aanduiding voor tekst 2"/>
          <p:cNvSpPr>
            <a:spLocks noGrp="1"/>
          </p:cNvSpPr>
          <p:nvPr>
            <p:ph type="body" sz="half" idx="1"/>
          </p:nvPr>
        </p:nvSpPr>
        <p:spPr>
          <a:xfrm>
            <a:off x="1219200" y="1600200"/>
            <a:ext cx="9753600" cy="2185988"/>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4" name="Tijdelijke aanduiding voor inhoud 3"/>
          <p:cNvSpPr>
            <a:spLocks noGrp="1"/>
          </p:cNvSpPr>
          <p:nvPr>
            <p:ph sz="half" idx="2"/>
          </p:nvPr>
        </p:nvSpPr>
        <p:spPr>
          <a:xfrm>
            <a:off x="1219200" y="3938589"/>
            <a:ext cx="9753600" cy="2187575"/>
          </a:xfrm>
        </p:spPr>
        <p:txBody>
          <a:bodyPr/>
          <a:lstStyle/>
          <a:p>
            <a:pPr lvl="0"/>
            <a:r>
              <a:rPr lang="nl-NL"/>
              <a:t>Klik om de modelstijlen te bewerken</a:t>
            </a:r>
          </a:p>
          <a:p>
            <a:pPr lvl="1"/>
            <a:r>
              <a:rPr lang="nl-NL"/>
              <a:t>Tweede niveau</a:t>
            </a:r>
          </a:p>
          <a:p>
            <a:pPr lvl="2"/>
            <a:r>
              <a:rPr lang="nl-NL"/>
              <a:t>Derde niveau</a:t>
            </a:r>
          </a:p>
          <a:p>
            <a:pPr lvl="3"/>
            <a:r>
              <a:rPr lang="nl-NL"/>
              <a:t>Vierde niveau</a:t>
            </a:r>
          </a:p>
          <a:p>
            <a:pPr lvl="4"/>
            <a:r>
              <a:rPr lang="nl-NL"/>
              <a:t>Vijfde niveau</a:t>
            </a:r>
          </a:p>
        </p:txBody>
      </p:sp>
      <p:sp>
        <p:nvSpPr>
          <p:cNvPr id="5" name="Rectangle 4"/>
          <p:cNvSpPr>
            <a:spLocks noGrp="1" noChangeArrowheads="1"/>
          </p:cNvSpPr>
          <p:nvPr>
            <p:ph type="dt" sz="half" idx="10"/>
          </p:nvPr>
        </p:nvSpPr>
        <p:spPr>
          <a:ln/>
        </p:spPr>
        <p:txBody>
          <a:bodyPr/>
          <a:lstStyle>
            <a:lvl1pPr>
              <a:defRPr/>
            </a:lvl1pPr>
          </a:lstStyle>
          <a:p>
            <a:pPr>
              <a:defRPr/>
            </a:pPr>
            <a:endParaRPr lang="en-US"/>
          </a:p>
        </p:txBody>
      </p:sp>
      <p:sp>
        <p:nvSpPr>
          <p:cNvPr id="6" name="Rectangle 5"/>
          <p:cNvSpPr>
            <a:spLocks noGrp="1" noChangeArrowheads="1"/>
          </p:cNvSpPr>
          <p:nvPr>
            <p:ph type="ftr" sz="quarter" idx="11"/>
          </p:nvPr>
        </p:nvSpPr>
        <p:spPr>
          <a:ln/>
        </p:spPr>
        <p:txBody>
          <a:bodyPr/>
          <a:lstStyle>
            <a:lvl1pPr>
              <a:defRPr/>
            </a:lvl1pPr>
          </a:lstStyle>
          <a:p>
            <a:endParaRPr lang="en-US"/>
          </a:p>
        </p:txBody>
      </p:sp>
      <p:sp>
        <p:nvSpPr>
          <p:cNvPr id="7" name="Rectangle 6"/>
          <p:cNvSpPr>
            <a:spLocks noGrp="1" noChangeArrowheads="1"/>
          </p:cNvSpPr>
          <p:nvPr>
            <p:ph type="sldNum" sz="quarter" idx="12"/>
          </p:nvPr>
        </p:nvSpPr>
        <p:spPr>
          <a:ln/>
        </p:spPr>
        <p:txBody>
          <a:bodyPr/>
          <a:lstStyle>
            <a:lvl1pPr>
              <a:defRPr/>
            </a:lvl1pPr>
          </a:lstStyle>
          <a:p>
            <a:fld id="{92A96675-DDA4-483B-AC8A-7BE302019732}" type="slidenum">
              <a:rPr lang="en-US"/>
              <a:pPr/>
              <a:t>‹nr.›</a:t>
            </a:fld>
            <a:endParaRPr lang="en-US"/>
          </a:p>
        </p:txBody>
      </p:sp>
    </p:spTree>
    <p:extLst>
      <p:ext uri="{BB962C8B-B14F-4D97-AF65-F5344CB8AC3E}">
        <p14:creationId xmlns:p14="http://schemas.microsoft.com/office/powerpoint/2010/main" val="389103947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9"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3" name="Rechthoek 12"/>
          <p:cNvSpPr/>
          <p:nvPr/>
        </p:nvSpPr>
        <p:spPr>
          <a:xfrm>
            <a:off x="0" y="0"/>
            <a:ext cx="12193587" cy="665845"/>
          </a:xfrm>
          <a:prstGeom prst="rect">
            <a:avLst/>
          </a:prstGeom>
          <a:solidFill>
            <a:srgbClr val="005DAA"/>
          </a:solidFill>
          <a:ln w="25400" cap="flat" cmpd="sng" algn="ctr">
            <a:noFill/>
            <a:prstDash val="solid"/>
          </a:ln>
          <a:effectLst/>
        </p:spPr>
        <p:txBody>
          <a:bodyPr lIns="91428" tIns="45713" rIns="91428" bIns="45713" rtlCol="0" anchor="ctr"/>
          <a:lstStyle/>
          <a:p>
            <a:pPr marL="0" marR="0" lvl="0" indent="0" algn="ctr" defTabSz="914377" eaLnBrk="1" fontAlgn="auto" latinLnBrk="0" hangingPunct="1">
              <a:lnSpc>
                <a:spcPct val="100000"/>
              </a:lnSpc>
              <a:spcBef>
                <a:spcPts val="0"/>
              </a:spcBef>
              <a:spcAft>
                <a:spcPts val="0"/>
              </a:spcAft>
              <a:buClrTx/>
              <a:buSzTx/>
              <a:buFontTx/>
              <a:buNone/>
              <a:tabLst/>
              <a:defRPr/>
            </a:pPr>
            <a:endParaRPr kumimoji="0" lang="nl-NL" sz="1867" b="0" i="0" u="none" strike="noStrike" kern="0" cap="none" spc="0" normalizeH="0" baseline="0" noProof="0" dirty="0">
              <a:ln>
                <a:noFill/>
              </a:ln>
              <a:solidFill>
                <a:prstClr val="white"/>
              </a:solidFill>
              <a:effectLst/>
              <a:uLnTx/>
              <a:uFillTx/>
              <a:latin typeface="Calibri"/>
              <a:ea typeface="+mn-ea"/>
              <a:cs typeface="+mn-cs"/>
            </a:endParaRPr>
          </a:p>
        </p:txBody>
      </p:sp>
      <p:sp>
        <p:nvSpPr>
          <p:cNvPr id="15" name="Tijdelijke aanduiding voor tekst 2"/>
          <p:cNvSpPr>
            <a:spLocks noGrp="1"/>
          </p:cNvSpPr>
          <p:nvPr>
            <p:ph type="body" idx="1"/>
          </p:nvPr>
        </p:nvSpPr>
        <p:spPr>
          <a:xfrm>
            <a:off x="1106523" y="2152497"/>
            <a:ext cx="10441359" cy="3815116"/>
          </a:xfrm>
          <a:prstGeom prst="rect">
            <a:avLst/>
          </a:prstGeom>
        </p:spPr>
        <p:txBody>
          <a:bodyPr vert="horz" lIns="0" tIns="0" rIns="0" bIns="0" rtlCol="0">
            <a:noAutofit/>
          </a:bodyPr>
          <a:lstStyle/>
          <a:p>
            <a:pPr marL="250819" marR="0" lvl="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a:pPr>
            <a:r>
              <a:rPr kumimoji="0" lang="nl-NL" sz="1867" b="0" i="0" u="none" strike="noStrike" kern="1200" cap="none" spc="0" normalizeH="0" baseline="0" noProof="1">
                <a:ln>
                  <a:noFill/>
                </a:ln>
                <a:solidFill>
                  <a:prstClr val="black"/>
                </a:solidFill>
                <a:effectLst/>
                <a:uLnTx/>
                <a:uFillTx/>
                <a:latin typeface="+mn-lt"/>
                <a:ea typeface="+mn-ea"/>
                <a:cs typeface="+mn-cs"/>
              </a:rPr>
              <a:t>Klik om de modelstijlen te bewerken</a:t>
            </a:r>
          </a:p>
          <a:p>
            <a:pPr marL="503987" marR="0" lvl="1"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a:pPr>
            <a:r>
              <a:rPr kumimoji="0" lang="nl-NL" sz="1867" b="0" i="0" u="none" strike="noStrike" kern="1200" cap="none" spc="0" normalizeH="0" baseline="0" noProof="1">
                <a:ln>
                  <a:noFill/>
                </a:ln>
                <a:solidFill>
                  <a:prstClr val="black"/>
                </a:solidFill>
                <a:effectLst/>
                <a:uLnTx/>
                <a:uFillTx/>
                <a:latin typeface="+mn-lt"/>
                <a:ea typeface="+mn-ea"/>
                <a:cs typeface="+mn-cs"/>
              </a:rPr>
              <a:t>Tweede niveau</a:t>
            </a:r>
          </a:p>
          <a:p>
            <a:pPr marL="755981" marR="0" lvl="2"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a:pPr>
            <a:r>
              <a:rPr kumimoji="0" lang="nl-NL" sz="1867" b="0" i="0" u="none" strike="noStrike" kern="1200" cap="none" spc="0" normalizeH="0" baseline="0" noProof="1">
                <a:ln>
                  <a:noFill/>
                </a:ln>
                <a:solidFill>
                  <a:prstClr val="black"/>
                </a:solidFill>
                <a:effectLst/>
                <a:uLnTx/>
                <a:uFillTx/>
                <a:latin typeface="+mn-lt"/>
                <a:ea typeface="+mn-ea"/>
                <a:cs typeface="+mn-cs"/>
              </a:rPr>
              <a:t>Derde niveau</a:t>
            </a:r>
          </a:p>
          <a:p>
            <a:pPr marL="0" marR="0" lvl="3" indent="0" algn="l" defTabSz="914377" rtl="0" eaLnBrk="1" fontAlgn="auto" latinLnBrk="0" hangingPunct="1">
              <a:lnSpc>
                <a:spcPct val="108000"/>
              </a:lnSpc>
              <a:spcBef>
                <a:spcPts val="0"/>
              </a:spcBef>
              <a:spcAft>
                <a:spcPts val="0"/>
              </a:spcAft>
              <a:buClrTx/>
              <a:buSzTx/>
              <a:buFont typeface="Arial" pitchFamily="34" charset="0"/>
              <a:buNone/>
              <a:tabLst/>
              <a:defRPr/>
            </a:pPr>
            <a:r>
              <a:rPr kumimoji="0" lang="nl-NL" sz="1867" b="1" i="0" u="none" strike="noStrike" kern="1200" cap="none" spc="0" normalizeH="0" baseline="0" noProof="1">
                <a:ln>
                  <a:noFill/>
                </a:ln>
                <a:solidFill>
                  <a:prstClr val="black"/>
                </a:solidFill>
                <a:effectLst/>
                <a:uLnTx/>
                <a:uFillTx/>
                <a:latin typeface="Calibri" panose="020F0502020204030204" pitchFamily="34" charset="0"/>
                <a:ea typeface="+mn-ea"/>
                <a:cs typeface="+mn-cs"/>
              </a:rPr>
              <a:t>Vierde niveau</a:t>
            </a:r>
          </a:p>
          <a:p>
            <a:pPr marL="0" marR="0" lvl="4" indent="0" algn="l" defTabSz="914377" rtl="0" eaLnBrk="1" fontAlgn="auto" latinLnBrk="0" hangingPunct="1">
              <a:lnSpc>
                <a:spcPct val="108000"/>
              </a:lnSpc>
              <a:spcBef>
                <a:spcPts val="0"/>
              </a:spcBef>
              <a:spcAft>
                <a:spcPts val="0"/>
              </a:spcAft>
              <a:buClrTx/>
              <a:buSzTx/>
              <a:buFont typeface="Arial" pitchFamily="34" charset="0"/>
              <a:buNone/>
              <a:tabLst/>
              <a:defRPr/>
            </a:pPr>
            <a:r>
              <a:rPr kumimoji="0" lang="nl-NL" sz="1867" b="0" i="0" u="none" strike="noStrike" kern="1200" cap="none" spc="0" normalizeH="0" baseline="0" noProof="1">
                <a:ln>
                  <a:noFill/>
                </a:ln>
                <a:solidFill>
                  <a:prstClr val="black"/>
                </a:solidFill>
                <a:effectLst/>
                <a:uLnTx/>
                <a:uFillTx/>
                <a:latin typeface="+mn-lt"/>
                <a:ea typeface="+mn-ea"/>
                <a:cs typeface="+mn-cs"/>
              </a:rPr>
              <a:t>Vijfde niveau</a:t>
            </a:r>
          </a:p>
          <a:p>
            <a:pPr marL="251994" marR="0" lvl="5" indent="0" algn="l" defTabSz="914377" rtl="0" eaLnBrk="1" fontAlgn="auto" latinLnBrk="0" hangingPunct="1">
              <a:lnSpc>
                <a:spcPct val="108000"/>
              </a:lnSpc>
              <a:spcBef>
                <a:spcPts val="0"/>
              </a:spcBef>
              <a:spcAft>
                <a:spcPts val="0"/>
              </a:spcAft>
              <a:buClrTx/>
              <a:buSzTx/>
              <a:buFont typeface="Arial" pitchFamily="34" charset="0"/>
              <a:buNone/>
              <a:tabLst/>
              <a:defRPr/>
            </a:pPr>
            <a:r>
              <a:rPr kumimoji="0" lang="nl-NL" sz="1867" b="0" i="0" u="none" strike="noStrike" kern="1200" cap="none" spc="0" normalizeH="0" baseline="0" noProof="1">
                <a:ln>
                  <a:noFill/>
                </a:ln>
                <a:solidFill>
                  <a:prstClr val="black"/>
                </a:solidFill>
                <a:effectLst/>
                <a:uLnTx/>
                <a:uFillTx/>
                <a:latin typeface="+mn-lt"/>
                <a:ea typeface="+mn-ea"/>
                <a:cs typeface="+mn-cs"/>
              </a:rPr>
              <a:t>Zesde niveau</a:t>
            </a:r>
          </a:p>
          <a:p>
            <a:pPr marL="467988" marR="0" lvl="6" indent="0" algn="l" defTabSz="914377" rtl="0" eaLnBrk="1" fontAlgn="auto" latinLnBrk="0" hangingPunct="1">
              <a:lnSpc>
                <a:spcPct val="108000"/>
              </a:lnSpc>
              <a:spcBef>
                <a:spcPts val="0"/>
              </a:spcBef>
              <a:spcAft>
                <a:spcPts val="0"/>
              </a:spcAft>
              <a:buClrTx/>
              <a:buSzTx/>
              <a:buFont typeface="Arial" pitchFamily="34" charset="0"/>
              <a:buNone/>
              <a:tabLst/>
              <a:defRPr/>
            </a:pPr>
            <a:r>
              <a:rPr kumimoji="0" lang="nl-NL" sz="1867" b="0" i="0" u="none" strike="noStrike" kern="1200" cap="none" spc="0" normalizeH="0" baseline="0" noProof="1">
                <a:ln>
                  <a:noFill/>
                </a:ln>
                <a:solidFill>
                  <a:prstClr val="black"/>
                </a:solidFill>
                <a:effectLst/>
                <a:uLnTx/>
                <a:uFillTx/>
                <a:latin typeface="+mn-lt"/>
                <a:ea typeface="+mn-ea"/>
                <a:cs typeface="+mn-cs"/>
              </a:rPr>
              <a:t>Zevende niveau</a:t>
            </a:r>
          </a:p>
          <a:p>
            <a:pPr marL="683983" marR="0" lvl="7" indent="0" algn="l" defTabSz="914377" rtl="0" eaLnBrk="1" fontAlgn="auto" latinLnBrk="0" hangingPunct="1">
              <a:lnSpc>
                <a:spcPct val="108000"/>
              </a:lnSpc>
              <a:spcBef>
                <a:spcPts val="0"/>
              </a:spcBef>
              <a:spcAft>
                <a:spcPts val="0"/>
              </a:spcAft>
              <a:buClrTx/>
              <a:buSzTx/>
              <a:buFont typeface="Arial" pitchFamily="34" charset="0"/>
              <a:buNone/>
              <a:tabLst/>
              <a:defRPr/>
            </a:pPr>
            <a:r>
              <a:rPr kumimoji="0" lang="nl-NL" sz="1867" b="0" i="0" u="none" strike="noStrike" kern="1200" cap="none" spc="0" normalizeH="0" baseline="0" noProof="1">
                <a:ln>
                  <a:noFill/>
                </a:ln>
                <a:solidFill>
                  <a:prstClr val="black"/>
                </a:solidFill>
                <a:effectLst/>
                <a:uLnTx/>
                <a:uFillTx/>
                <a:latin typeface="+mn-lt"/>
                <a:ea typeface="+mn-ea"/>
                <a:cs typeface="+mn-cs"/>
              </a:rPr>
              <a:t>Achtste niveau</a:t>
            </a:r>
          </a:p>
          <a:p>
            <a:pPr marL="0" marR="0" lvl="8" indent="0" algn="l" defTabSz="914377" rtl="0" eaLnBrk="1" fontAlgn="auto" latinLnBrk="0" hangingPunct="1">
              <a:lnSpc>
                <a:spcPct val="108000"/>
              </a:lnSpc>
              <a:spcBef>
                <a:spcPts val="0"/>
              </a:spcBef>
              <a:spcAft>
                <a:spcPts val="0"/>
              </a:spcAft>
              <a:buClrTx/>
              <a:buSzTx/>
              <a:buFont typeface="Arial" pitchFamily="34" charset="0"/>
              <a:buNone/>
              <a:tabLst/>
              <a:defRPr/>
            </a:pPr>
            <a:r>
              <a:rPr kumimoji="0" lang="nl-NL" sz="1867" b="0" i="0" u="none" strike="noStrike" kern="1200" cap="none" spc="0" normalizeH="0" baseline="0" noProof="1">
                <a:ln>
                  <a:noFill/>
                </a:ln>
                <a:solidFill>
                  <a:prstClr val="black"/>
                </a:solidFill>
                <a:effectLst/>
                <a:uLnTx/>
                <a:uFillTx/>
                <a:latin typeface="+mn-lt"/>
                <a:ea typeface="+mn-ea"/>
                <a:cs typeface="+mn-cs"/>
              </a:rPr>
              <a:t>Negende niveau</a:t>
            </a:r>
          </a:p>
        </p:txBody>
      </p:sp>
      <p:sp>
        <p:nvSpPr>
          <p:cNvPr id="17" name="Freeform 6"/>
          <p:cNvSpPr>
            <a:spLocks noEditPoints="1"/>
          </p:cNvSpPr>
          <p:nvPr/>
        </p:nvSpPr>
        <p:spPr bwMode="auto">
          <a:xfrm>
            <a:off x="11118711" y="6292995"/>
            <a:ext cx="762099" cy="226960"/>
          </a:xfrm>
          <a:custGeom>
            <a:avLst/>
            <a:gdLst>
              <a:gd name="T0" fmla="*/ 27 w 480"/>
              <a:gd name="T1" fmla="*/ 80 h 143"/>
              <a:gd name="T2" fmla="*/ 44 w 480"/>
              <a:gd name="T3" fmla="*/ 119 h 143"/>
              <a:gd name="T4" fmla="*/ 70 w 480"/>
              <a:gd name="T5" fmla="*/ 100 h 143"/>
              <a:gd name="T6" fmla="*/ 44 w 480"/>
              <a:gd name="T7" fmla="*/ 21 h 143"/>
              <a:gd name="T8" fmla="*/ 27 w 480"/>
              <a:gd name="T9" fmla="*/ 57 h 143"/>
              <a:gd name="T10" fmla="*/ 66 w 480"/>
              <a:gd name="T11" fmla="*/ 39 h 143"/>
              <a:gd name="T12" fmla="*/ 56 w 480"/>
              <a:gd name="T13" fmla="*/ 140 h 143"/>
              <a:gd name="T14" fmla="*/ 0 w 480"/>
              <a:gd name="T15" fmla="*/ 0 h 143"/>
              <a:gd name="T16" fmla="*/ 84 w 480"/>
              <a:gd name="T17" fmla="*/ 10 h 143"/>
              <a:gd name="T18" fmla="*/ 87 w 480"/>
              <a:gd name="T19" fmla="*/ 57 h 143"/>
              <a:gd name="T20" fmla="*/ 98 w 480"/>
              <a:gd name="T21" fmla="*/ 103 h 143"/>
              <a:gd name="T22" fmla="*/ 162 w 480"/>
              <a:gd name="T23" fmla="*/ 59 h 143"/>
              <a:gd name="T24" fmla="*/ 162 w 480"/>
              <a:gd name="T25" fmla="*/ 123 h 143"/>
              <a:gd name="T26" fmla="*/ 162 w 480"/>
              <a:gd name="T27" fmla="*/ 59 h 143"/>
              <a:gd name="T28" fmla="*/ 113 w 480"/>
              <a:gd name="T29" fmla="*/ 91 h 143"/>
              <a:gd name="T30" fmla="*/ 210 w 480"/>
              <a:gd name="T31" fmla="*/ 91 h 143"/>
              <a:gd name="T32" fmla="*/ 271 w 480"/>
              <a:gd name="T33" fmla="*/ 59 h 143"/>
              <a:gd name="T34" fmla="*/ 271 w 480"/>
              <a:gd name="T35" fmla="*/ 123 h 143"/>
              <a:gd name="T36" fmla="*/ 271 w 480"/>
              <a:gd name="T37" fmla="*/ 59 h 143"/>
              <a:gd name="T38" fmla="*/ 222 w 480"/>
              <a:gd name="T39" fmla="*/ 91 h 143"/>
              <a:gd name="T40" fmla="*/ 320 w 480"/>
              <a:gd name="T41" fmla="*/ 91 h 143"/>
              <a:gd name="T42" fmla="*/ 455 w 480"/>
              <a:gd name="T43" fmla="*/ 140 h 143"/>
              <a:gd name="T44" fmla="*/ 447 w 480"/>
              <a:gd name="T45" fmla="*/ 60 h 143"/>
              <a:gd name="T46" fmla="*/ 420 w 480"/>
              <a:gd name="T47" fmla="*/ 81 h 143"/>
              <a:gd name="T48" fmla="*/ 395 w 480"/>
              <a:gd name="T49" fmla="*/ 140 h 143"/>
              <a:gd name="T50" fmla="*/ 387 w 480"/>
              <a:gd name="T51" fmla="*/ 60 h 143"/>
              <a:gd name="T52" fmla="*/ 361 w 480"/>
              <a:gd name="T53" fmla="*/ 81 h 143"/>
              <a:gd name="T54" fmla="*/ 336 w 480"/>
              <a:gd name="T55" fmla="*/ 140 h 143"/>
              <a:gd name="T56" fmla="*/ 361 w 480"/>
              <a:gd name="T57" fmla="*/ 42 h 143"/>
              <a:gd name="T58" fmla="*/ 394 w 480"/>
              <a:gd name="T59" fmla="*/ 40 h 143"/>
              <a:gd name="T60" fmla="*/ 454 w 480"/>
              <a:gd name="T61" fmla="*/ 40 h 143"/>
              <a:gd name="T62" fmla="*/ 480 w 480"/>
              <a:gd name="T63" fmla="*/ 140 h 14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480" h="143">
                <a:moveTo>
                  <a:pt x="44" y="80"/>
                </a:moveTo>
                <a:cubicBezTo>
                  <a:pt x="27" y="80"/>
                  <a:pt x="27" y="80"/>
                  <a:pt x="27" y="80"/>
                </a:cubicBezTo>
                <a:cubicBezTo>
                  <a:pt x="27" y="119"/>
                  <a:pt x="27" y="119"/>
                  <a:pt x="27" y="119"/>
                </a:cubicBezTo>
                <a:cubicBezTo>
                  <a:pt x="44" y="119"/>
                  <a:pt x="44" y="119"/>
                  <a:pt x="44" y="119"/>
                </a:cubicBezTo>
                <a:cubicBezTo>
                  <a:pt x="53" y="119"/>
                  <a:pt x="56" y="118"/>
                  <a:pt x="60" y="116"/>
                </a:cubicBezTo>
                <a:cubicBezTo>
                  <a:pt x="66" y="113"/>
                  <a:pt x="70" y="107"/>
                  <a:pt x="70" y="100"/>
                </a:cubicBezTo>
                <a:cubicBezTo>
                  <a:pt x="70" y="87"/>
                  <a:pt x="61" y="80"/>
                  <a:pt x="44" y="80"/>
                </a:cubicBezTo>
                <a:moveTo>
                  <a:pt x="44" y="21"/>
                </a:moveTo>
                <a:cubicBezTo>
                  <a:pt x="27" y="21"/>
                  <a:pt x="27" y="21"/>
                  <a:pt x="27" y="21"/>
                </a:cubicBezTo>
                <a:cubicBezTo>
                  <a:pt x="27" y="57"/>
                  <a:pt x="27" y="57"/>
                  <a:pt x="27" y="57"/>
                </a:cubicBezTo>
                <a:cubicBezTo>
                  <a:pt x="43" y="57"/>
                  <a:pt x="43" y="57"/>
                  <a:pt x="43" y="57"/>
                </a:cubicBezTo>
                <a:cubicBezTo>
                  <a:pt x="58" y="57"/>
                  <a:pt x="66" y="51"/>
                  <a:pt x="66" y="39"/>
                </a:cubicBezTo>
                <a:cubicBezTo>
                  <a:pt x="66" y="28"/>
                  <a:pt x="58" y="21"/>
                  <a:pt x="44" y="21"/>
                </a:cubicBezTo>
                <a:moveTo>
                  <a:pt x="56" y="140"/>
                </a:moveTo>
                <a:cubicBezTo>
                  <a:pt x="0" y="140"/>
                  <a:pt x="0" y="140"/>
                  <a:pt x="0" y="140"/>
                </a:cubicBezTo>
                <a:cubicBezTo>
                  <a:pt x="0" y="0"/>
                  <a:pt x="0" y="0"/>
                  <a:pt x="0" y="0"/>
                </a:cubicBezTo>
                <a:cubicBezTo>
                  <a:pt x="50" y="0"/>
                  <a:pt x="50" y="0"/>
                  <a:pt x="50" y="0"/>
                </a:cubicBezTo>
                <a:cubicBezTo>
                  <a:pt x="68" y="0"/>
                  <a:pt x="76" y="3"/>
                  <a:pt x="84" y="10"/>
                </a:cubicBezTo>
                <a:cubicBezTo>
                  <a:pt x="91" y="15"/>
                  <a:pt x="95" y="25"/>
                  <a:pt x="95" y="35"/>
                </a:cubicBezTo>
                <a:cubicBezTo>
                  <a:pt x="95" y="42"/>
                  <a:pt x="92" y="51"/>
                  <a:pt x="87" y="57"/>
                </a:cubicBezTo>
                <a:cubicBezTo>
                  <a:pt x="81" y="64"/>
                  <a:pt x="75" y="66"/>
                  <a:pt x="64" y="67"/>
                </a:cubicBezTo>
                <a:cubicBezTo>
                  <a:pt x="85" y="67"/>
                  <a:pt x="98" y="81"/>
                  <a:pt x="98" y="103"/>
                </a:cubicBezTo>
                <a:cubicBezTo>
                  <a:pt x="98" y="127"/>
                  <a:pt x="83" y="140"/>
                  <a:pt x="56" y="140"/>
                </a:cubicBezTo>
                <a:moveTo>
                  <a:pt x="162" y="59"/>
                </a:moveTo>
                <a:cubicBezTo>
                  <a:pt x="149" y="59"/>
                  <a:pt x="139" y="73"/>
                  <a:pt x="139" y="91"/>
                </a:cubicBezTo>
                <a:cubicBezTo>
                  <a:pt x="139" y="108"/>
                  <a:pt x="149" y="123"/>
                  <a:pt x="162" y="123"/>
                </a:cubicBezTo>
                <a:cubicBezTo>
                  <a:pt x="174" y="123"/>
                  <a:pt x="185" y="108"/>
                  <a:pt x="185" y="91"/>
                </a:cubicBezTo>
                <a:cubicBezTo>
                  <a:pt x="185" y="73"/>
                  <a:pt x="174" y="59"/>
                  <a:pt x="162" y="59"/>
                </a:cubicBezTo>
                <a:moveTo>
                  <a:pt x="162" y="143"/>
                </a:moveTo>
                <a:cubicBezTo>
                  <a:pt x="134" y="143"/>
                  <a:pt x="113" y="120"/>
                  <a:pt x="113" y="91"/>
                </a:cubicBezTo>
                <a:cubicBezTo>
                  <a:pt x="113" y="61"/>
                  <a:pt x="134" y="39"/>
                  <a:pt x="162" y="39"/>
                </a:cubicBezTo>
                <a:cubicBezTo>
                  <a:pt x="189" y="39"/>
                  <a:pt x="210" y="61"/>
                  <a:pt x="210" y="91"/>
                </a:cubicBezTo>
                <a:cubicBezTo>
                  <a:pt x="210" y="120"/>
                  <a:pt x="189" y="143"/>
                  <a:pt x="162" y="143"/>
                </a:cubicBezTo>
                <a:moveTo>
                  <a:pt x="271" y="59"/>
                </a:moveTo>
                <a:cubicBezTo>
                  <a:pt x="259" y="59"/>
                  <a:pt x="248" y="73"/>
                  <a:pt x="248" y="91"/>
                </a:cubicBezTo>
                <a:cubicBezTo>
                  <a:pt x="248" y="108"/>
                  <a:pt x="259" y="123"/>
                  <a:pt x="271" y="123"/>
                </a:cubicBezTo>
                <a:cubicBezTo>
                  <a:pt x="284" y="123"/>
                  <a:pt x="294" y="108"/>
                  <a:pt x="294" y="91"/>
                </a:cubicBezTo>
                <a:cubicBezTo>
                  <a:pt x="294" y="73"/>
                  <a:pt x="284" y="59"/>
                  <a:pt x="271" y="59"/>
                </a:cubicBezTo>
                <a:moveTo>
                  <a:pt x="271" y="143"/>
                </a:moveTo>
                <a:cubicBezTo>
                  <a:pt x="243" y="143"/>
                  <a:pt x="222" y="120"/>
                  <a:pt x="222" y="91"/>
                </a:cubicBezTo>
                <a:cubicBezTo>
                  <a:pt x="222" y="61"/>
                  <a:pt x="243" y="39"/>
                  <a:pt x="271" y="39"/>
                </a:cubicBezTo>
                <a:cubicBezTo>
                  <a:pt x="299" y="39"/>
                  <a:pt x="320" y="61"/>
                  <a:pt x="320" y="91"/>
                </a:cubicBezTo>
                <a:cubicBezTo>
                  <a:pt x="320" y="120"/>
                  <a:pt x="299" y="143"/>
                  <a:pt x="271" y="143"/>
                </a:cubicBezTo>
                <a:moveTo>
                  <a:pt x="455" y="140"/>
                </a:moveTo>
                <a:cubicBezTo>
                  <a:pt x="455" y="77"/>
                  <a:pt x="455" y="77"/>
                  <a:pt x="455" y="77"/>
                </a:cubicBezTo>
                <a:cubicBezTo>
                  <a:pt x="455" y="64"/>
                  <a:pt x="453" y="60"/>
                  <a:pt x="447" y="60"/>
                </a:cubicBezTo>
                <a:cubicBezTo>
                  <a:pt x="444" y="60"/>
                  <a:pt x="439" y="62"/>
                  <a:pt x="434" y="67"/>
                </a:cubicBezTo>
                <a:cubicBezTo>
                  <a:pt x="430" y="70"/>
                  <a:pt x="427" y="74"/>
                  <a:pt x="420" y="81"/>
                </a:cubicBezTo>
                <a:cubicBezTo>
                  <a:pt x="420" y="140"/>
                  <a:pt x="420" y="140"/>
                  <a:pt x="420" y="140"/>
                </a:cubicBezTo>
                <a:cubicBezTo>
                  <a:pt x="395" y="140"/>
                  <a:pt x="395" y="140"/>
                  <a:pt x="395" y="140"/>
                </a:cubicBezTo>
                <a:cubicBezTo>
                  <a:pt x="395" y="77"/>
                  <a:pt x="395" y="77"/>
                  <a:pt x="395" y="77"/>
                </a:cubicBezTo>
                <a:cubicBezTo>
                  <a:pt x="395" y="64"/>
                  <a:pt x="393" y="60"/>
                  <a:pt x="387" y="60"/>
                </a:cubicBezTo>
                <a:cubicBezTo>
                  <a:pt x="382" y="60"/>
                  <a:pt x="375" y="65"/>
                  <a:pt x="364" y="77"/>
                </a:cubicBezTo>
                <a:cubicBezTo>
                  <a:pt x="361" y="81"/>
                  <a:pt x="361" y="81"/>
                  <a:pt x="361" y="81"/>
                </a:cubicBezTo>
                <a:cubicBezTo>
                  <a:pt x="361" y="140"/>
                  <a:pt x="361" y="140"/>
                  <a:pt x="361" y="140"/>
                </a:cubicBezTo>
                <a:cubicBezTo>
                  <a:pt x="336" y="140"/>
                  <a:pt x="336" y="140"/>
                  <a:pt x="336" y="140"/>
                </a:cubicBezTo>
                <a:cubicBezTo>
                  <a:pt x="336" y="42"/>
                  <a:pt x="336" y="42"/>
                  <a:pt x="336" y="42"/>
                </a:cubicBezTo>
                <a:cubicBezTo>
                  <a:pt x="361" y="42"/>
                  <a:pt x="361" y="42"/>
                  <a:pt x="361" y="42"/>
                </a:cubicBezTo>
                <a:cubicBezTo>
                  <a:pt x="361" y="58"/>
                  <a:pt x="361" y="58"/>
                  <a:pt x="361" y="58"/>
                </a:cubicBezTo>
                <a:cubicBezTo>
                  <a:pt x="372" y="45"/>
                  <a:pt x="382" y="40"/>
                  <a:pt x="394" y="40"/>
                </a:cubicBezTo>
                <a:cubicBezTo>
                  <a:pt x="409" y="40"/>
                  <a:pt x="417" y="46"/>
                  <a:pt x="420" y="59"/>
                </a:cubicBezTo>
                <a:cubicBezTo>
                  <a:pt x="430" y="46"/>
                  <a:pt x="441" y="40"/>
                  <a:pt x="454" y="40"/>
                </a:cubicBezTo>
                <a:cubicBezTo>
                  <a:pt x="471" y="40"/>
                  <a:pt x="480" y="49"/>
                  <a:pt x="480" y="68"/>
                </a:cubicBezTo>
                <a:cubicBezTo>
                  <a:pt x="480" y="140"/>
                  <a:pt x="480" y="140"/>
                  <a:pt x="480" y="140"/>
                </a:cubicBezTo>
                <a:lnTo>
                  <a:pt x="455" y="140"/>
                </a:lnTo>
                <a:close/>
              </a:path>
            </a:pathLst>
          </a:custGeom>
          <a:solidFill>
            <a:srgbClr val="005DAA"/>
          </a:solidFill>
          <a:ln>
            <a:noFill/>
          </a:ln>
        </p:spPr>
        <p:txBody>
          <a:bodyPr vert="horz" wrap="square" lIns="91428" tIns="45713" rIns="91428" bIns="45713" numCol="1" anchor="t" anchorCtr="0" compatLnSpc="1">
            <a:prstTxWarp prst="textNoShape">
              <a:avLst/>
            </a:prstTxWarp>
          </a:bodyPr>
          <a:lstStyle/>
          <a:p>
            <a:endParaRPr lang="nl-NL" sz="2400" dirty="0"/>
          </a:p>
        </p:txBody>
      </p:sp>
      <p:sp>
        <p:nvSpPr>
          <p:cNvPr id="18" name="Tijdelijke aanduiding voor titel 1"/>
          <p:cNvSpPr>
            <a:spLocks noGrp="1"/>
          </p:cNvSpPr>
          <p:nvPr>
            <p:ph type="title"/>
          </p:nvPr>
        </p:nvSpPr>
        <p:spPr>
          <a:xfrm>
            <a:off x="1106523" y="1007968"/>
            <a:ext cx="10441359" cy="938003"/>
          </a:xfrm>
          <a:prstGeom prst="rect">
            <a:avLst/>
          </a:prstGeom>
        </p:spPr>
        <p:txBody>
          <a:bodyPr vert="horz" lIns="0" tIns="0" rIns="0" bIns="0" rtlCol="0" anchor="b">
            <a:noAutofit/>
          </a:bodyPr>
          <a:lstStyle/>
          <a:p>
            <a:r>
              <a:rPr lang="nl-NL" noProof="1"/>
              <a:t>Klik om de stijl te bewerken</a:t>
            </a:r>
          </a:p>
        </p:txBody>
      </p:sp>
    </p:spTree>
    <p:extLst>
      <p:ext uri="{BB962C8B-B14F-4D97-AF65-F5344CB8AC3E}">
        <p14:creationId xmlns:p14="http://schemas.microsoft.com/office/powerpoint/2010/main" val="930299234"/>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8" r:id="rId7"/>
    <p:sldLayoutId id="2147483669" r:id="rId8"/>
  </p:sldLayoutIdLst>
  <p:hf sldNum="0" hdr="0" ftr="0" dt="0"/>
  <p:txStyles>
    <p:titleStyle>
      <a:lvl1pPr algn="l" defTabSz="914377" rtl="0" eaLnBrk="1" latinLnBrk="0" hangingPunct="1">
        <a:spcBef>
          <a:spcPct val="0"/>
        </a:spcBef>
        <a:buNone/>
        <a:defRPr sz="4000" kern="1200">
          <a:solidFill>
            <a:srgbClr val="005DAA"/>
          </a:solidFill>
          <a:latin typeface="Calibri Light" panose="020F0302020204030204" pitchFamily="34" charset="0"/>
          <a:ea typeface="+mj-ea"/>
          <a:cs typeface="+mj-cs"/>
        </a:defRPr>
      </a:lvl1pPr>
    </p:titleStyle>
    <p:body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p:bodyStyle>
    <p:otherStyle>
      <a:defPPr>
        <a:defRPr lang="nl-NL"/>
      </a:defPPr>
      <a:lvl1pPr marL="0" algn="l" defTabSz="914377" rtl="0" eaLnBrk="1" latinLnBrk="0" hangingPunct="1">
        <a:defRPr sz="1867" kern="1200">
          <a:solidFill>
            <a:schemeClr val="tx1"/>
          </a:solidFill>
          <a:latin typeface="+mn-lt"/>
          <a:ea typeface="+mn-ea"/>
          <a:cs typeface="+mn-cs"/>
        </a:defRPr>
      </a:lvl1pPr>
      <a:lvl2pPr marL="457189" algn="l" defTabSz="914377" rtl="0" eaLnBrk="1" latinLnBrk="0" hangingPunct="1">
        <a:defRPr sz="1867" kern="1200">
          <a:solidFill>
            <a:schemeClr val="tx1"/>
          </a:solidFill>
          <a:latin typeface="+mn-lt"/>
          <a:ea typeface="+mn-ea"/>
          <a:cs typeface="+mn-cs"/>
        </a:defRPr>
      </a:lvl2pPr>
      <a:lvl3pPr marL="914377" algn="l" defTabSz="914377" rtl="0" eaLnBrk="1" latinLnBrk="0" hangingPunct="1">
        <a:defRPr sz="1867" kern="1200">
          <a:solidFill>
            <a:schemeClr val="tx1"/>
          </a:solidFill>
          <a:latin typeface="+mn-lt"/>
          <a:ea typeface="+mn-ea"/>
          <a:cs typeface="+mn-cs"/>
        </a:defRPr>
      </a:lvl3pPr>
      <a:lvl4pPr marL="1371566" algn="l" defTabSz="914377" rtl="0" eaLnBrk="1" latinLnBrk="0" hangingPunct="1">
        <a:defRPr sz="1867" kern="1200">
          <a:solidFill>
            <a:schemeClr val="tx1"/>
          </a:solidFill>
          <a:latin typeface="+mn-lt"/>
          <a:ea typeface="+mn-ea"/>
          <a:cs typeface="+mn-cs"/>
        </a:defRPr>
      </a:lvl4pPr>
      <a:lvl5pPr marL="1828754" algn="l" defTabSz="914377" rtl="0" eaLnBrk="1" latinLnBrk="0" hangingPunct="1">
        <a:defRPr sz="1867" kern="1200">
          <a:solidFill>
            <a:schemeClr val="tx1"/>
          </a:solidFill>
          <a:latin typeface="+mn-lt"/>
          <a:ea typeface="+mn-ea"/>
          <a:cs typeface="+mn-cs"/>
        </a:defRPr>
      </a:lvl5pPr>
      <a:lvl6pPr marL="2285943" algn="l" defTabSz="914377" rtl="0" eaLnBrk="1" latinLnBrk="0" hangingPunct="1">
        <a:defRPr sz="1867" kern="1200">
          <a:solidFill>
            <a:schemeClr val="tx1"/>
          </a:solidFill>
          <a:latin typeface="+mn-lt"/>
          <a:ea typeface="+mn-ea"/>
          <a:cs typeface="+mn-cs"/>
        </a:defRPr>
      </a:lvl6pPr>
      <a:lvl7pPr marL="2743131" algn="l" defTabSz="914377" rtl="0" eaLnBrk="1" latinLnBrk="0" hangingPunct="1">
        <a:defRPr sz="1867" kern="1200">
          <a:solidFill>
            <a:schemeClr val="tx1"/>
          </a:solidFill>
          <a:latin typeface="+mn-lt"/>
          <a:ea typeface="+mn-ea"/>
          <a:cs typeface="+mn-cs"/>
        </a:defRPr>
      </a:lvl7pPr>
      <a:lvl8pPr marL="3200320" algn="l" defTabSz="914377" rtl="0" eaLnBrk="1" latinLnBrk="0" hangingPunct="1">
        <a:defRPr sz="1867" kern="1200">
          <a:solidFill>
            <a:schemeClr val="tx1"/>
          </a:solidFill>
          <a:latin typeface="+mn-lt"/>
          <a:ea typeface="+mn-ea"/>
          <a:cs typeface="+mn-cs"/>
        </a:defRPr>
      </a:lvl8pPr>
      <a:lvl9pPr marL="3657509" algn="l" defTabSz="914377" rtl="0" eaLnBrk="1" latinLnBrk="0" hangingPunct="1">
        <a:defRPr sz="1867"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5.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slideLayout" Target="../slideLayouts/slideLayout6.xml"/><Relationship Id="rId1" Type="http://schemas.openxmlformats.org/officeDocument/2006/relationships/vmlDrawing" Target="../drawings/vmlDrawing1.vml"/><Relationship Id="rId4" Type="http://schemas.openxmlformats.org/officeDocument/2006/relationships/image" Target="../media/image2.wmf"/></Relationships>
</file>

<file path=ppt/slides/_rels/slide6.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6.xml"/></Relationships>
</file>

<file path=ppt/slides/_rels/slide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6.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comments" Target="../comments/comment1.xml"/><Relationship Id="rId1" Type="http://schemas.openxmlformats.org/officeDocument/2006/relationships/slideLayout" Target="../slideLayouts/slideLayout5.xml"/></Relationships>
</file>

<file path=ppt/slides/_rels/slide15.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7.xml.rels><?xml version="1.0" encoding="UTF-8" standalone="yes"?>
<Relationships xmlns="http://schemas.openxmlformats.org/package/2006/relationships"><Relationship Id="rId2" Type="http://schemas.openxmlformats.org/officeDocument/2006/relationships/image" Target="../media/image3.wmf"/><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Layout" Target="../slideLayouts/slideLayout6.xml"/><Relationship Id="rId1" Type="http://schemas.openxmlformats.org/officeDocument/2006/relationships/vmlDrawing" Target="../drawings/vmlDrawing2.vml"/><Relationship Id="rId4" Type="http://schemas.openxmlformats.org/officeDocument/2006/relationships/image" Target="../media/image11.wmf"/></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0.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Layout" Target="../slideLayouts/slideLayout7.xml"/><Relationship Id="rId1" Type="http://schemas.openxmlformats.org/officeDocument/2006/relationships/vmlDrawing" Target="../drawings/vmlDrawing3.vml"/><Relationship Id="rId6" Type="http://schemas.openxmlformats.org/officeDocument/2006/relationships/image" Target="../media/image13.wmf"/><Relationship Id="rId5" Type="http://schemas.openxmlformats.org/officeDocument/2006/relationships/oleObject" Target="../embeddings/oleObject4.bin"/><Relationship Id="rId4" Type="http://schemas.openxmlformats.org/officeDocument/2006/relationships/image" Target="../media/image12.wmf"/></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Layout" Target="../slideLayouts/slideLayout7.xml"/><Relationship Id="rId1" Type="http://schemas.openxmlformats.org/officeDocument/2006/relationships/vmlDrawing" Target="../drawings/vmlDrawing4.vml"/><Relationship Id="rId6" Type="http://schemas.openxmlformats.org/officeDocument/2006/relationships/image" Target="../media/image15.wmf"/><Relationship Id="rId5" Type="http://schemas.openxmlformats.org/officeDocument/2006/relationships/oleObject" Target="../embeddings/oleObject6.bin"/><Relationship Id="rId4" Type="http://schemas.openxmlformats.org/officeDocument/2006/relationships/image" Target="../media/image14.wmf"/></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Layout" Target="../slideLayouts/slideLayout2.xml"/><Relationship Id="rId1" Type="http://schemas.openxmlformats.org/officeDocument/2006/relationships/vmlDrawing" Target="../drawings/vmlDrawing5.vml"/><Relationship Id="rId6" Type="http://schemas.openxmlformats.org/officeDocument/2006/relationships/image" Target="file://localhost/http/::isa.psy.uva.nl:ida:pictures:normaleverdeling.gif" TargetMode="External"/><Relationship Id="rId5" Type="http://schemas.openxmlformats.org/officeDocument/2006/relationships/image" Target="../media/image17.png"/><Relationship Id="rId4" Type="http://schemas.openxmlformats.org/officeDocument/2006/relationships/image" Target="../media/image16.emf"/></Relationships>
</file>

<file path=ppt/slides/_rels/slide24.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Layout" Target="../slideLayouts/slideLayout8.xml"/><Relationship Id="rId1" Type="http://schemas.openxmlformats.org/officeDocument/2006/relationships/vmlDrawing" Target="../drawings/vmlDrawing6.vml"/><Relationship Id="rId4" Type="http://schemas.openxmlformats.org/officeDocument/2006/relationships/image" Target="../media/image18.wmf"/></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el 1"/>
          <p:cNvSpPr>
            <a:spLocks noGrp="1"/>
          </p:cNvSpPr>
          <p:nvPr>
            <p:ph type="ctrTitle"/>
          </p:nvPr>
        </p:nvSpPr>
        <p:spPr/>
        <p:txBody>
          <a:bodyPr/>
          <a:lstStyle/>
          <a:p>
            <a:r>
              <a:rPr lang="nl-NL" dirty="0"/>
              <a:t>Statistiek in Stappen</a:t>
            </a:r>
          </a:p>
        </p:txBody>
      </p:sp>
      <p:sp>
        <p:nvSpPr>
          <p:cNvPr id="3" name="Ondertitel 2"/>
          <p:cNvSpPr>
            <a:spLocks noGrp="1"/>
          </p:cNvSpPr>
          <p:nvPr>
            <p:ph type="subTitle" idx="1"/>
          </p:nvPr>
        </p:nvSpPr>
        <p:spPr>
          <a:xfrm>
            <a:off x="1087341" y="2904277"/>
            <a:ext cx="8497107" cy="1469685"/>
          </a:xfrm>
        </p:spPr>
        <p:txBody>
          <a:bodyPr/>
          <a:lstStyle/>
          <a:p>
            <a:r>
              <a:rPr lang="nl-NL" dirty="0"/>
              <a:t>Hoofdstuk 2</a:t>
            </a:r>
          </a:p>
          <a:p>
            <a:r>
              <a:rPr lang="nl-NL" i="1" dirty="0"/>
              <a:t>Beschrijvende statistiek één variabele</a:t>
            </a:r>
          </a:p>
          <a:p>
            <a:r>
              <a:rPr lang="nl-NL" dirty="0"/>
              <a:t>Nel Verhoeven </a:t>
            </a:r>
          </a:p>
        </p:txBody>
      </p:sp>
    </p:spTree>
    <p:extLst>
      <p:ext uri="{BB962C8B-B14F-4D97-AF65-F5344CB8AC3E}">
        <p14:creationId xmlns:p14="http://schemas.microsoft.com/office/powerpoint/2010/main" val="145378284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el 1"/>
          <p:cNvSpPr>
            <a:spLocks noGrp="1"/>
          </p:cNvSpPr>
          <p:nvPr>
            <p:ph type="title"/>
          </p:nvPr>
        </p:nvSpPr>
        <p:spPr/>
        <p:txBody>
          <a:bodyPr/>
          <a:lstStyle/>
          <a:p>
            <a:r>
              <a:rPr lang="nl-NL">
                <a:ea typeface="ＭＳ Ｐゴシック" pitchFamily="34" charset="-128"/>
              </a:rPr>
              <a:t>Leerdoelen</a:t>
            </a:r>
          </a:p>
        </p:txBody>
      </p:sp>
      <p:sp>
        <p:nvSpPr>
          <p:cNvPr id="20484" name="Tijdelijke aanduiding voor inhoud 4"/>
          <p:cNvSpPr>
            <a:spLocks noGrp="1"/>
          </p:cNvSpPr>
          <p:nvPr>
            <p:ph idx="1"/>
          </p:nvPr>
        </p:nvSpPr>
        <p:spPr>
          <a:xfrm>
            <a:off x="1106523" y="1945971"/>
            <a:ext cx="10441358" cy="4525963"/>
          </a:xfrm>
        </p:spPr>
        <p:txBody>
          <a:bodyPr/>
          <a:lstStyle/>
          <a:p>
            <a:r>
              <a:rPr lang="nl-NL" sz="2800" dirty="0">
                <a:solidFill>
                  <a:srgbClr val="000000"/>
                </a:solidFill>
                <a:ea typeface="ＭＳ Ｐゴシック" pitchFamily="34" charset="-128"/>
                <a:cs typeface="Times New Roman" pitchFamily="18" charset="0"/>
              </a:rPr>
              <a:t>Aan het eind van hoofdstuk 2:</a:t>
            </a:r>
          </a:p>
          <a:p>
            <a:pPr marL="0" indent="0">
              <a:buNone/>
            </a:pPr>
            <a:endParaRPr lang="nl-NL" sz="2800" dirty="0">
              <a:solidFill>
                <a:srgbClr val="000000"/>
              </a:solidFill>
              <a:ea typeface="ＭＳ Ｐゴシック" pitchFamily="34" charset="-128"/>
              <a:cs typeface="Times New Roman" pitchFamily="18" charset="0"/>
            </a:endParaRPr>
          </a:p>
          <a:p>
            <a:pPr lvl="1"/>
            <a:r>
              <a:rPr lang="nl-NL" sz="2800" dirty="0">
                <a:solidFill>
                  <a:srgbClr val="000000"/>
                </a:solidFill>
                <a:ea typeface="ＭＳ Ｐゴシック" pitchFamily="34" charset="-128"/>
                <a:cs typeface="Times New Roman" pitchFamily="18" charset="0"/>
              </a:rPr>
              <a:t>weet je wat meetniveaus zijn en kun je op basis daarvan statistische keuzes maken;</a:t>
            </a:r>
          </a:p>
          <a:p>
            <a:pPr lvl="1"/>
            <a:r>
              <a:rPr lang="nl-NL" sz="2800" dirty="0">
                <a:solidFill>
                  <a:srgbClr val="000000"/>
                </a:solidFill>
                <a:ea typeface="ＭＳ Ｐゴシック" pitchFamily="34" charset="-128"/>
                <a:cs typeface="Times New Roman" pitchFamily="18" charset="0"/>
              </a:rPr>
              <a:t>kun je centrum- en spreidingsmaten uitrekenen; </a:t>
            </a:r>
          </a:p>
          <a:p>
            <a:pPr lvl="1"/>
            <a:r>
              <a:rPr lang="nl-NL" sz="2800" dirty="0">
                <a:solidFill>
                  <a:srgbClr val="000000"/>
                </a:solidFill>
                <a:ea typeface="ＭＳ Ｐゴシック" pitchFamily="34" charset="-128"/>
                <a:cs typeface="Times New Roman" pitchFamily="18" charset="0"/>
              </a:rPr>
              <a:t>kun je bijzondere eigenschappen van spreidingsmaten bespreken;</a:t>
            </a:r>
          </a:p>
          <a:p>
            <a:pPr lvl="1"/>
            <a:r>
              <a:rPr lang="nl-NL" sz="2800" dirty="0">
                <a:solidFill>
                  <a:srgbClr val="000000"/>
                </a:solidFill>
                <a:ea typeface="ＭＳ Ｐゴシック" pitchFamily="34" charset="-128"/>
                <a:cs typeface="Times New Roman" pitchFamily="18" charset="0"/>
              </a:rPr>
              <a:t>kun je frequentietabellen aanmaken; </a:t>
            </a:r>
          </a:p>
          <a:p>
            <a:pPr lvl="1"/>
            <a:r>
              <a:rPr lang="nl-NL" sz="2800" dirty="0">
                <a:solidFill>
                  <a:srgbClr val="000000"/>
                </a:solidFill>
                <a:ea typeface="ＭＳ Ｐゴシック" pitchFamily="34" charset="-128"/>
                <a:cs typeface="Times New Roman" pitchFamily="18" charset="0"/>
              </a:rPr>
              <a:t>kun je een aantal grafieken aanmaken;</a:t>
            </a:r>
          </a:p>
          <a:p>
            <a:pPr lvl="1"/>
            <a:r>
              <a:rPr lang="nl-NL" sz="2800" dirty="0">
                <a:solidFill>
                  <a:srgbClr val="000000"/>
                </a:solidFill>
                <a:ea typeface="ＭＳ Ｐゴシック" pitchFamily="34" charset="-128"/>
                <a:cs typeface="Times New Roman" pitchFamily="18" charset="0"/>
              </a:rPr>
              <a:t>en ben je in staat de resultaten van deze beschrijvende analyses te interpreteren.</a:t>
            </a:r>
          </a:p>
          <a:p>
            <a:endParaRPr lang="nl-NL" sz="2800" dirty="0">
              <a:ea typeface="ＭＳ Ｐゴシック" pitchFamily="34" charset="-128"/>
            </a:endParaRPr>
          </a:p>
        </p:txBody>
      </p:sp>
      <p:sp>
        <p:nvSpPr>
          <p:cNvPr id="6" name="Tijdelijke aanduiding voor tekst 1">
            <a:extLst>
              <a:ext uri="{FF2B5EF4-FFF2-40B4-BE49-F238E27FC236}">
                <a16:creationId xmlns:a16="http://schemas.microsoft.com/office/drawing/2014/main" id="{A348AA8B-CE0E-6047-828E-09842EC7BC65}"/>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239058339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Rectangle 2"/>
          <p:cNvSpPr>
            <a:spLocks noGrp="1" noChangeArrowheads="1"/>
          </p:cNvSpPr>
          <p:nvPr>
            <p:ph type="title"/>
          </p:nvPr>
        </p:nvSpPr>
        <p:spPr>
          <a:xfrm>
            <a:off x="1096584" y="871425"/>
            <a:ext cx="10441359" cy="938003"/>
          </a:xfrm>
        </p:spPr>
        <p:txBody>
          <a:bodyPr/>
          <a:lstStyle/>
          <a:p>
            <a:pPr eaLnBrk="1" hangingPunct="1"/>
            <a:r>
              <a:rPr lang="nl-NL" dirty="0">
                <a:ea typeface="ＭＳ Ｐゴシック" pitchFamily="34" charset="-128"/>
              </a:rPr>
              <a:t>Meetniveaus keuzediagram</a:t>
            </a:r>
          </a:p>
        </p:txBody>
      </p:sp>
      <p:pic>
        <p:nvPicPr>
          <p:cNvPr id="11" name="Afbeelding 10">
            <a:extLst>
              <a:ext uri="{FF2B5EF4-FFF2-40B4-BE49-F238E27FC236}">
                <a16:creationId xmlns:a16="http://schemas.microsoft.com/office/drawing/2014/main" id="{34A98286-50F0-754B-9290-D6CB145C76C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96584" y="1809428"/>
            <a:ext cx="6704954" cy="4315369"/>
          </a:xfrm>
          <a:prstGeom prst="rect">
            <a:avLst/>
          </a:prstGeom>
        </p:spPr>
      </p:pic>
      <p:sp>
        <p:nvSpPr>
          <p:cNvPr id="12" name="Tijdelijke aanduiding voor tekst 1">
            <a:extLst>
              <a:ext uri="{FF2B5EF4-FFF2-40B4-BE49-F238E27FC236}">
                <a16:creationId xmlns:a16="http://schemas.microsoft.com/office/drawing/2014/main" id="{757B3CB0-F3B5-3644-8594-B45D736B294D}"/>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37988039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a:xfrm>
            <a:off x="1106523" y="1214494"/>
            <a:ext cx="10441359" cy="938003"/>
          </a:xfrm>
        </p:spPr>
        <p:txBody>
          <a:bodyPr/>
          <a:lstStyle/>
          <a:p>
            <a:pPr eaLnBrk="1" hangingPunct="1"/>
            <a:r>
              <a:rPr lang="nl-NL" dirty="0">
                <a:ea typeface="ＭＳ Ｐゴシック" pitchFamily="34" charset="-128"/>
              </a:rPr>
              <a:t>Voorbeelden van meetniveaus van variabelen</a:t>
            </a:r>
          </a:p>
        </p:txBody>
      </p:sp>
      <p:sp>
        <p:nvSpPr>
          <p:cNvPr id="22532" name="Rectangle 3"/>
          <p:cNvSpPr>
            <a:spLocks noGrp="1" noChangeArrowheads="1"/>
          </p:cNvSpPr>
          <p:nvPr>
            <p:ph type="body" idx="1"/>
          </p:nvPr>
        </p:nvSpPr>
        <p:spPr>
          <a:xfrm>
            <a:off x="1106523" y="2470550"/>
            <a:ext cx="10441359" cy="3815116"/>
          </a:xfrm>
        </p:spPr>
        <p:txBody>
          <a:bodyPr/>
          <a:lstStyle/>
          <a:p>
            <a:pPr eaLnBrk="1" hangingPunct="1"/>
            <a:r>
              <a:rPr lang="nl-NL" sz="2400" dirty="0">
                <a:ea typeface="ＭＳ Ｐゴシック" pitchFamily="34" charset="-128"/>
              </a:rPr>
              <a:t>Nominaal</a:t>
            </a:r>
          </a:p>
          <a:p>
            <a:pPr lvl="1" eaLnBrk="1" hangingPunct="1"/>
            <a:r>
              <a:rPr lang="nl-NL" sz="2400" dirty="0">
                <a:ea typeface="ＭＳ Ｐゴシック" pitchFamily="34" charset="-128"/>
              </a:rPr>
              <a:t>bijvoorbeeld geslacht en burgerlijke staat</a:t>
            </a:r>
          </a:p>
          <a:p>
            <a:pPr eaLnBrk="1" hangingPunct="1"/>
            <a:r>
              <a:rPr lang="nl-NL" sz="2400" dirty="0">
                <a:ea typeface="ＭＳ Ｐゴシック" pitchFamily="34" charset="-128"/>
              </a:rPr>
              <a:t>Ordinaal</a:t>
            </a:r>
          </a:p>
          <a:p>
            <a:pPr lvl="1" eaLnBrk="1" hangingPunct="1"/>
            <a:r>
              <a:rPr lang="nl-NL" sz="2400" dirty="0">
                <a:ea typeface="ＭＳ Ｐゴシック" pitchFamily="34" charset="-128"/>
              </a:rPr>
              <a:t>bijvoorbeeld opinie en opleidingsniveau</a:t>
            </a:r>
          </a:p>
          <a:p>
            <a:pPr eaLnBrk="1" hangingPunct="1"/>
            <a:r>
              <a:rPr lang="nl-NL" sz="2400" dirty="0">
                <a:ea typeface="ＭＳ Ｐゴシック" pitchFamily="34" charset="-128"/>
              </a:rPr>
              <a:t>Interval</a:t>
            </a:r>
          </a:p>
          <a:p>
            <a:pPr lvl="1" eaLnBrk="1" hangingPunct="1"/>
            <a:r>
              <a:rPr lang="nl-NL" sz="2400" dirty="0">
                <a:ea typeface="ＭＳ Ｐゴシック" pitchFamily="34" charset="-128"/>
              </a:rPr>
              <a:t>bijvoorbeeld IQ en temperatuur</a:t>
            </a:r>
          </a:p>
          <a:p>
            <a:pPr eaLnBrk="1" hangingPunct="1"/>
            <a:r>
              <a:rPr lang="nl-NL" sz="2400" dirty="0">
                <a:ea typeface="ＭＳ Ｐゴシック" pitchFamily="34" charset="-128"/>
              </a:rPr>
              <a:t>Ratio</a:t>
            </a:r>
          </a:p>
          <a:p>
            <a:pPr lvl="1" eaLnBrk="1" hangingPunct="1"/>
            <a:r>
              <a:rPr lang="nl-NL" sz="2400" dirty="0">
                <a:ea typeface="ＭＳ Ｐゴシック" pitchFamily="34" charset="-128"/>
              </a:rPr>
              <a:t>bijvoorbeeld leeftijd en ‘aantal gewerkte uren’</a:t>
            </a:r>
          </a:p>
          <a:p>
            <a:pPr eaLnBrk="1" hangingPunct="1">
              <a:buFontTx/>
              <a:buNone/>
            </a:pPr>
            <a:endParaRPr lang="nl-NL" sz="2400" dirty="0">
              <a:ea typeface="ＭＳ Ｐゴシック" pitchFamily="34" charset="-128"/>
            </a:endParaRPr>
          </a:p>
        </p:txBody>
      </p:sp>
      <p:sp>
        <p:nvSpPr>
          <p:cNvPr id="5" name="Tijdelijke aanduiding voor tekst 1">
            <a:extLst>
              <a:ext uri="{FF2B5EF4-FFF2-40B4-BE49-F238E27FC236}">
                <a16:creationId xmlns:a16="http://schemas.microsoft.com/office/drawing/2014/main" id="{EF823309-B6DF-1640-9BE5-3445089FF318}"/>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38379112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6" name="Rectangle 2"/>
          <p:cNvSpPr>
            <a:spLocks noGrp="1" noChangeArrowheads="1"/>
          </p:cNvSpPr>
          <p:nvPr>
            <p:ph type="title"/>
          </p:nvPr>
        </p:nvSpPr>
        <p:spPr/>
        <p:txBody>
          <a:bodyPr/>
          <a:lstStyle/>
          <a:p>
            <a:pPr eaLnBrk="1" hangingPunct="1"/>
            <a:r>
              <a:rPr lang="nl-NL" dirty="0" err="1">
                <a:ea typeface="ＭＳ Ｐゴシック" pitchFamily="34" charset="-128"/>
              </a:rPr>
              <a:t>Univariaat</a:t>
            </a:r>
            <a:r>
              <a:rPr lang="nl-NL" dirty="0">
                <a:ea typeface="ＭＳ Ｐゴシック" pitchFamily="34" charset="-128"/>
              </a:rPr>
              <a:t>: frequentieverdelingen</a:t>
            </a:r>
          </a:p>
        </p:txBody>
      </p:sp>
      <p:sp>
        <p:nvSpPr>
          <p:cNvPr id="23557" name="Rectangle 3"/>
          <p:cNvSpPr>
            <a:spLocks noGrp="1" noChangeArrowheads="1"/>
          </p:cNvSpPr>
          <p:nvPr>
            <p:ph type="body" sz="half" idx="1"/>
          </p:nvPr>
        </p:nvSpPr>
        <p:spPr>
          <a:xfrm>
            <a:off x="1364973" y="1869282"/>
            <a:ext cx="8772939" cy="4525963"/>
          </a:xfrm>
        </p:spPr>
        <p:txBody>
          <a:bodyPr/>
          <a:lstStyle/>
          <a:p>
            <a:pPr eaLnBrk="1" hangingPunct="1">
              <a:lnSpc>
                <a:spcPct val="90000"/>
              </a:lnSpc>
            </a:pPr>
            <a:r>
              <a:rPr lang="nl-NL" sz="2400" dirty="0">
                <a:ea typeface="ＭＳ Ｐゴシック" pitchFamily="34" charset="-128"/>
              </a:rPr>
              <a:t>Absoluut aantal waarnemingen </a:t>
            </a:r>
            <a:r>
              <a:rPr lang="nl-NL" sz="2400" dirty="0">
                <a:solidFill>
                  <a:srgbClr val="0070C0"/>
                </a:solidFill>
                <a:ea typeface="ＭＳ Ｐゴシック" pitchFamily="34" charset="-128"/>
                <a:sym typeface="Wingdings" pitchFamily="-84" charset="2"/>
              </a:rPr>
              <a:t></a:t>
            </a:r>
            <a:r>
              <a:rPr lang="nl-NL" sz="2400" dirty="0">
                <a:ea typeface="ＭＳ Ｐゴシック" pitchFamily="34" charset="-128"/>
                <a:sym typeface="Wingdings" pitchFamily="-84" charset="2"/>
              </a:rPr>
              <a:t> hoe vaak komen scores voor? </a:t>
            </a:r>
          </a:p>
          <a:p>
            <a:pPr eaLnBrk="1" hangingPunct="1">
              <a:lnSpc>
                <a:spcPct val="90000"/>
              </a:lnSpc>
            </a:pPr>
            <a:endParaRPr lang="nl-NL" sz="2400" dirty="0">
              <a:ea typeface="ＭＳ Ｐゴシック" pitchFamily="34" charset="-128"/>
              <a:sym typeface="Wingdings" pitchFamily="-84" charset="2"/>
            </a:endParaRPr>
          </a:p>
          <a:p>
            <a:pPr eaLnBrk="1" hangingPunct="1">
              <a:lnSpc>
                <a:spcPct val="90000"/>
              </a:lnSpc>
            </a:pPr>
            <a:r>
              <a:rPr lang="nl-NL" sz="2400" dirty="0">
                <a:ea typeface="ＭＳ Ｐゴシック" pitchFamily="34" charset="-128"/>
              </a:rPr>
              <a:t>Relatief aantal waarnemingen </a:t>
            </a:r>
            <a:r>
              <a:rPr lang="nl-NL" sz="2400" dirty="0">
                <a:solidFill>
                  <a:srgbClr val="0070C0"/>
                </a:solidFill>
                <a:ea typeface="ＭＳ Ｐゴシック" pitchFamily="34" charset="-128"/>
                <a:sym typeface="Wingdings" pitchFamily="-84" charset="2"/>
              </a:rPr>
              <a:t></a:t>
            </a:r>
            <a:r>
              <a:rPr lang="nl-NL" sz="2400" dirty="0">
                <a:ea typeface="ＭＳ Ｐゴシック" pitchFamily="34" charset="-128"/>
                <a:sym typeface="Wingdings" pitchFamily="-84" charset="2"/>
              </a:rPr>
              <a:t> hoe vaak komen scores voor ten opzichte van het totale aantal scores?</a:t>
            </a:r>
          </a:p>
          <a:p>
            <a:pPr eaLnBrk="1" hangingPunct="1">
              <a:lnSpc>
                <a:spcPct val="90000"/>
              </a:lnSpc>
            </a:pPr>
            <a:endParaRPr lang="nl-NL" sz="2400" dirty="0">
              <a:ea typeface="ＭＳ Ｐゴシック" pitchFamily="34" charset="-128"/>
              <a:sym typeface="Wingdings" pitchFamily="-84" charset="2"/>
            </a:endParaRPr>
          </a:p>
          <a:p>
            <a:pPr eaLnBrk="1" hangingPunct="1">
              <a:lnSpc>
                <a:spcPct val="90000"/>
              </a:lnSpc>
            </a:pPr>
            <a:endParaRPr lang="nl-NL" sz="2400" dirty="0">
              <a:ea typeface="ＭＳ Ｐゴシック" pitchFamily="34" charset="-128"/>
              <a:sym typeface="Wingdings" pitchFamily="-84" charset="2"/>
            </a:endParaRPr>
          </a:p>
          <a:p>
            <a:pPr eaLnBrk="1" hangingPunct="1">
              <a:lnSpc>
                <a:spcPct val="90000"/>
              </a:lnSpc>
            </a:pPr>
            <a:endParaRPr lang="nl-NL" sz="2400" dirty="0">
              <a:ea typeface="ＭＳ Ｐゴシック" pitchFamily="34" charset="-128"/>
              <a:sym typeface="Wingdings" pitchFamily="-84" charset="2"/>
            </a:endParaRPr>
          </a:p>
          <a:p>
            <a:pPr eaLnBrk="1" hangingPunct="1">
              <a:lnSpc>
                <a:spcPct val="90000"/>
              </a:lnSpc>
            </a:pPr>
            <a:endParaRPr lang="nl-NL" sz="2400" dirty="0">
              <a:ea typeface="ＭＳ Ｐゴシック" pitchFamily="34" charset="-128"/>
              <a:sym typeface="Wingdings" pitchFamily="-84" charset="2"/>
            </a:endParaRPr>
          </a:p>
          <a:p>
            <a:pPr eaLnBrk="1" hangingPunct="1">
              <a:lnSpc>
                <a:spcPct val="90000"/>
              </a:lnSpc>
            </a:pPr>
            <a:r>
              <a:rPr lang="nl-NL" sz="2400" dirty="0">
                <a:ea typeface="ＭＳ Ｐゴシック" pitchFamily="34" charset="-128"/>
                <a:sym typeface="Wingdings" pitchFamily="-84" charset="2"/>
              </a:rPr>
              <a:t>Frequentietabel in SPSS: </a:t>
            </a:r>
            <a:r>
              <a:rPr lang="nl-NL" sz="2400" dirty="0" err="1">
                <a:ea typeface="ＭＳ Ｐゴシック" pitchFamily="34" charset="-128"/>
                <a:sym typeface="Wingdings" pitchFamily="-84" charset="2"/>
              </a:rPr>
              <a:t>Analyze</a:t>
            </a:r>
            <a:r>
              <a:rPr lang="nl-NL" sz="2400" dirty="0">
                <a:ea typeface="ＭＳ Ｐゴシック" pitchFamily="34" charset="-128"/>
                <a:sym typeface="Wingdings" pitchFamily="-84" charset="2"/>
              </a:rPr>
              <a:t>  </a:t>
            </a:r>
            <a:r>
              <a:rPr lang="nl-NL" sz="2400" dirty="0" err="1">
                <a:ea typeface="ＭＳ Ｐゴシック" pitchFamily="34" charset="-128"/>
                <a:sym typeface="Wingdings" pitchFamily="-84" charset="2"/>
              </a:rPr>
              <a:t>descriptive</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statistics</a:t>
            </a:r>
            <a:r>
              <a:rPr lang="nl-NL" sz="2400" dirty="0">
                <a:ea typeface="ＭＳ Ｐゴシック" pitchFamily="34" charset="-128"/>
                <a:sym typeface="Wingdings" pitchFamily="-84" charset="2"/>
              </a:rPr>
              <a:t>  </a:t>
            </a:r>
            <a:r>
              <a:rPr lang="nl-NL" sz="2400" dirty="0" err="1">
                <a:ea typeface="ＭＳ Ｐゴシック" pitchFamily="34" charset="-128"/>
                <a:sym typeface="Wingdings" pitchFamily="-84" charset="2"/>
              </a:rPr>
              <a:t>frequencies</a:t>
            </a:r>
            <a:r>
              <a:rPr lang="nl-NL" sz="2400" dirty="0">
                <a:ea typeface="ＭＳ Ｐゴシック" pitchFamily="34" charset="-128"/>
                <a:sym typeface="Wingdings" pitchFamily="-84" charset="2"/>
              </a:rPr>
              <a:t>. Vervolgens in het dialoogvenster de variabele selecteren en op </a:t>
            </a:r>
            <a:r>
              <a:rPr lang="nl-NL" sz="2400" dirty="0">
                <a:solidFill>
                  <a:srgbClr val="0070C0"/>
                </a:solidFill>
                <a:ea typeface="ＭＳ Ｐゴシック" pitchFamily="34" charset="-128"/>
                <a:sym typeface="Wingdings" pitchFamily="-84" charset="2"/>
              </a:rPr>
              <a:t>‘ok’ </a:t>
            </a:r>
            <a:r>
              <a:rPr lang="nl-NL" sz="2400" dirty="0">
                <a:ea typeface="ＭＳ Ｐゴシック" pitchFamily="34" charset="-128"/>
                <a:sym typeface="Wingdings" pitchFamily="-84" charset="2"/>
              </a:rPr>
              <a:t>klikken</a:t>
            </a:r>
          </a:p>
          <a:p>
            <a:pPr lvl="1" eaLnBrk="1" hangingPunct="1">
              <a:lnSpc>
                <a:spcPct val="90000"/>
              </a:lnSpc>
            </a:pPr>
            <a:endParaRPr lang="nl-NL" sz="2000" dirty="0">
              <a:ea typeface="ＭＳ Ｐゴシック" pitchFamily="34" charset="-128"/>
              <a:sym typeface="Wingdings" pitchFamily="-84" charset="2"/>
            </a:endParaRPr>
          </a:p>
          <a:p>
            <a:pPr lvl="1" eaLnBrk="1" hangingPunct="1">
              <a:lnSpc>
                <a:spcPct val="90000"/>
              </a:lnSpc>
            </a:pPr>
            <a:endParaRPr lang="nl-NL" sz="2000" dirty="0">
              <a:ea typeface="ＭＳ Ｐゴシック" pitchFamily="34" charset="-128"/>
            </a:endParaRPr>
          </a:p>
          <a:p>
            <a:pPr eaLnBrk="1" hangingPunct="1">
              <a:lnSpc>
                <a:spcPct val="90000"/>
              </a:lnSpc>
            </a:pPr>
            <a:endParaRPr lang="nl-NL" sz="2400" dirty="0">
              <a:ea typeface="ＭＳ Ｐゴシック" pitchFamily="34" charset="-128"/>
            </a:endParaRPr>
          </a:p>
        </p:txBody>
      </p:sp>
      <p:graphicFrame>
        <p:nvGraphicFramePr>
          <p:cNvPr id="23554" name="Object 4"/>
          <p:cNvGraphicFramePr>
            <a:graphicFrameLocks noGrp="1" noChangeAspect="1"/>
          </p:cNvGraphicFramePr>
          <p:nvPr>
            <p:ph sz="half" idx="2"/>
          </p:nvPr>
        </p:nvGraphicFramePr>
        <p:xfrm>
          <a:off x="3886200" y="3429001"/>
          <a:ext cx="3581400" cy="703263"/>
        </p:xfrm>
        <a:graphic>
          <a:graphicData uri="http://schemas.openxmlformats.org/presentationml/2006/ole">
            <mc:AlternateContent xmlns:mc="http://schemas.openxmlformats.org/markup-compatibility/2006">
              <mc:Choice xmlns:v="urn:schemas-microsoft-com:vml" Requires="v">
                <p:oleObj spid="_x0000_s1029" name="Vergelijking" r:id="rId3" imgW="2005729" imgH="393529" progId="Equation.3">
                  <p:embed/>
                </p:oleObj>
              </mc:Choice>
              <mc:Fallback>
                <p:oleObj name="Vergelijking" r:id="rId3" imgW="2005729" imgH="393529" progId="Equation.3">
                  <p:embed/>
                  <p:pic>
                    <p:nvPicPr>
                      <p:cNvPr id="23554"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886200" y="3429001"/>
                        <a:ext cx="3581400" cy="7032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Tijdelijke aanduiding voor tekst 1">
            <a:extLst>
              <a:ext uri="{FF2B5EF4-FFF2-40B4-BE49-F238E27FC236}">
                <a16:creationId xmlns:a16="http://schemas.microsoft.com/office/drawing/2014/main" id="{2F42A294-6F2A-B741-9B95-765140DF7324}"/>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333406410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75A0402D-62E0-D046-B017-ADC79EFCAE21}"/>
              </a:ext>
            </a:extLst>
          </p:cNvPr>
          <p:cNvSpPr>
            <a:spLocks noGrp="1"/>
          </p:cNvSpPr>
          <p:nvPr>
            <p:ph type="body" sz="quarter" idx="13"/>
          </p:nvPr>
        </p:nvSpPr>
        <p:spPr/>
        <p:txBody>
          <a:bodyPr/>
          <a:lstStyle/>
          <a:p>
            <a:r>
              <a:rPr lang="nl-NL" dirty="0"/>
              <a:t>Hoofdstuk 2</a:t>
            </a:r>
          </a:p>
        </p:txBody>
      </p:sp>
      <p:sp>
        <p:nvSpPr>
          <p:cNvPr id="4" name="Tijdelijke aanduiding voor tekst 3">
            <a:extLst>
              <a:ext uri="{FF2B5EF4-FFF2-40B4-BE49-F238E27FC236}">
                <a16:creationId xmlns:a16="http://schemas.microsoft.com/office/drawing/2014/main" id="{536A3C9E-3B1D-194B-BB77-7C8077D5F93D}"/>
              </a:ext>
            </a:extLst>
          </p:cNvPr>
          <p:cNvSpPr>
            <a:spLocks noGrp="1"/>
          </p:cNvSpPr>
          <p:nvPr>
            <p:ph type="body" sz="quarter" idx="15"/>
          </p:nvPr>
        </p:nvSpPr>
        <p:spPr>
          <a:xfrm>
            <a:off x="1102784" y="948363"/>
            <a:ext cx="10369549" cy="768349"/>
          </a:xfrm>
        </p:spPr>
        <p:txBody>
          <a:bodyPr/>
          <a:lstStyle/>
          <a:p>
            <a:r>
              <a:rPr lang="nl-NL" dirty="0"/>
              <a:t>Frequentietabel in SPSS </a:t>
            </a:r>
          </a:p>
        </p:txBody>
      </p:sp>
      <p:pic>
        <p:nvPicPr>
          <p:cNvPr id="18" name="Picture 2">
            <a:extLst>
              <a:ext uri="{FF2B5EF4-FFF2-40B4-BE49-F238E27FC236}">
                <a16:creationId xmlns:a16="http://schemas.microsoft.com/office/drawing/2014/main" id="{BDF1D0C3-6879-6B43-B8C9-E89E279C872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bwMode="auto">
          <a:xfrm>
            <a:off x="3503614" y="2270126"/>
            <a:ext cx="5400675" cy="2740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9" name="AutoShape 3">
            <a:extLst>
              <a:ext uri="{FF2B5EF4-FFF2-40B4-BE49-F238E27FC236}">
                <a16:creationId xmlns:a16="http://schemas.microsoft.com/office/drawing/2014/main" id="{4610D6A8-1668-C643-8E9A-0FF23BBEC43B}"/>
              </a:ext>
            </a:extLst>
          </p:cNvPr>
          <p:cNvSpPr>
            <a:spLocks noChangeArrowheads="1"/>
          </p:cNvSpPr>
          <p:nvPr/>
        </p:nvSpPr>
        <p:spPr bwMode="auto">
          <a:xfrm>
            <a:off x="152400" y="2020438"/>
            <a:ext cx="3200400" cy="914400"/>
          </a:xfrm>
          <a:prstGeom prst="cloudCallout">
            <a:avLst>
              <a:gd name="adj1" fmla="val 117566"/>
              <a:gd name="adj2" fmla="val 27078"/>
            </a:avLst>
          </a:prstGeom>
          <a:solidFill>
            <a:srgbClr val="FFFFFF"/>
          </a:solidFill>
          <a:ln w="9525">
            <a:solidFill>
              <a:srgbClr val="000000"/>
            </a:solidFill>
            <a:round/>
            <a:headEnd/>
            <a:tailEnd/>
          </a:ln>
        </p:spPr>
        <p:txBody>
          <a:bodyPr/>
          <a:lstStyle/>
          <a:p>
            <a:r>
              <a:rPr lang="nl-NL" dirty="0">
                <a:latin typeface="Verdana" charset="0"/>
                <a:cs typeface="Times New Roman" charset="0"/>
              </a:rPr>
              <a:t>Aantal waarnemingen per categorie</a:t>
            </a:r>
            <a:endParaRPr lang="nl-NL" dirty="0">
              <a:cs typeface="Times New Roman" charset="0"/>
            </a:endParaRPr>
          </a:p>
        </p:txBody>
      </p:sp>
      <p:sp>
        <p:nvSpPr>
          <p:cNvPr id="20" name="AutoShape 4">
            <a:extLst>
              <a:ext uri="{FF2B5EF4-FFF2-40B4-BE49-F238E27FC236}">
                <a16:creationId xmlns:a16="http://schemas.microsoft.com/office/drawing/2014/main" id="{40D3656D-1D9A-3742-9F20-625A87AB7A6A}"/>
              </a:ext>
            </a:extLst>
          </p:cNvPr>
          <p:cNvSpPr>
            <a:spLocks noChangeArrowheads="1"/>
          </p:cNvSpPr>
          <p:nvPr/>
        </p:nvSpPr>
        <p:spPr bwMode="auto">
          <a:xfrm>
            <a:off x="8212666" y="1068218"/>
            <a:ext cx="3733800" cy="914400"/>
          </a:xfrm>
          <a:prstGeom prst="cloudCallout">
            <a:avLst>
              <a:gd name="adj1" fmla="val -96661"/>
              <a:gd name="adj2" fmla="val 135375"/>
            </a:avLst>
          </a:prstGeom>
          <a:solidFill>
            <a:srgbClr val="FFFFFF"/>
          </a:solidFill>
          <a:ln w="9525">
            <a:solidFill>
              <a:srgbClr val="000000"/>
            </a:solidFill>
            <a:round/>
            <a:headEnd/>
            <a:tailEnd/>
          </a:ln>
        </p:spPr>
        <p:txBody>
          <a:bodyPr/>
          <a:lstStyle/>
          <a:p>
            <a:r>
              <a:rPr lang="nl-NL" dirty="0">
                <a:latin typeface="Verdana" charset="0"/>
                <a:cs typeface="Times New Roman" charset="0"/>
              </a:rPr>
              <a:t>Percentage van totale aantal waarnemingen per categorie</a:t>
            </a:r>
            <a:endParaRPr lang="nl-NL" dirty="0">
              <a:cs typeface="Times New Roman" charset="0"/>
            </a:endParaRPr>
          </a:p>
        </p:txBody>
      </p:sp>
      <p:sp>
        <p:nvSpPr>
          <p:cNvPr id="21" name="AutoShape 5">
            <a:extLst>
              <a:ext uri="{FF2B5EF4-FFF2-40B4-BE49-F238E27FC236}">
                <a16:creationId xmlns:a16="http://schemas.microsoft.com/office/drawing/2014/main" id="{9AE79EB4-5BB0-7D41-8D5E-33891AB254B0}"/>
              </a:ext>
            </a:extLst>
          </p:cNvPr>
          <p:cNvSpPr>
            <a:spLocks noChangeArrowheads="1"/>
          </p:cNvSpPr>
          <p:nvPr/>
        </p:nvSpPr>
        <p:spPr bwMode="auto">
          <a:xfrm>
            <a:off x="9033933" y="4210051"/>
            <a:ext cx="2438400" cy="1600200"/>
          </a:xfrm>
          <a:prstGeom prst="cloudCallout">
            <a:avLst>
              <a:gd name="adj1" fmla="val -79626"/>
              <a:gd name="adj2" fmla="val -35703"/>
            </a:avLst>
          </a:prstGeom>
          <a:solidFill>
            <a:srgbClr val="FFFFFF"/>
          </a:solidFill>
          <a:ln w="9525">
            <a:solidFill>
              <a:srgbClr val="000000"/>
            </a:solidFill>
            <a:round/>
            <a:headEnd/>
            <a:tailEnd/>
          </a:ln>
        </p:spPr>
        <p:txBody>
          <a:bodyPr/>
          <a:lstStyle/>
          <a:p>
            <a:r>
              <a:rPr lang="nl-NL" dirty="0">
                <a:latin typeface="Verdana" charset="0"/>
                <a:cs typeface="Times New Roman" charset="0"/>
              </a:rPr>
              <a:t>Som van de relatieve waarnemingen tot 100%</a:t>
            </a:r>
            <a:endParaRPr lang="nl-NL" dirty="0">
              <a:cs typeface="Times New Roman" charset="0"/>
            </a:endParaRPr>
          </a:p>
        </p:txBody>
      </p:sp>
      <p:sp>
        <p:nvSpPr>
          <p:cNvPr id="22" name="AutoShape 6">
            <a:extLst>
              <a:ext uri="{FF2B5EF4-FFF2-40B4-BE49-F238E27FC236}">
                <a16:creationId xmlns:a16="http://schemas.microsoft.com/office/drawing/2014/main" id="{F203D770-408A-024E-8F94-1E5B4E90C442}"/>
              </a:ext>
            </a:extLst>
          </p:cNvPr>
          <p:cNvSpPr>
            <a:spLocks noChangeArrowheads="1"/>
          </p:cNvSpPr>
          <p:nvPr/>
        </p:nvSpPr>
        <p:spPr bwMode="auto">
          <a:xfrm>
            <a:off x="5774266" y="5276057"/>
            <a:ext cx="2438400" cy="1068388"/>
          </a:xfrm>
          <a:prstGeom prst="cloudCallout">
            <a:avLst>
              <a:gd name="adj1" fmla="val 12477"/>
              <a:gd name="adj2" fmla="val -125174"/>
            </a:avLst>
          </a:prstGeom>
          <a:solidFill>
            <a:srgbClr val="FFFFFF"/>
          </a:solidFill>
          <a:ln w="9525">
            <a:solidFill>
              <a:srgbClr val="000000"/>
            </a:solidFill>
            <a:round/>
            <a:headEnd/>
            <a:tailEnd/>
          </a:ln>
        </p:spPr>
        <p:txBody>
          <a:bodyPr/>
          <a:lstStyle/>
          <a:p>
            <a:r>
              <a:rPr lang="nl-NL" dirty="0">
                <a:latin typeface="Verdana" charset="0"/>
                <a:cs typeface="Times New Roman" charset="0"/>
              </a:rPr>
              <a:t>Percentage ‘geldige’ waarnemingen  </a:t>
            </a:r>
            <a:endParaRPr lang="nl-NL" dirty="0">
              <a:cs typeface="Times New Roman" charset="0"/>
            </a:endParaRPr>
          </a:p>
        </p:txBody>
      </p:sp>
      <p:sp>
        <p:nvSpPr>
          <p:cNvPr id="23" name="AutoShape 10">
            <a:extLst>
              <a:ext uri="{FF2B5EF4-FFF2-40B4-BE49-F238E27FC236}">
                <a16:creationId xmlns:a16="http://schemas.microsoft.com/office/drawing/2014/main" id="{777E9CE4-E708-6848-B0CA-5C776064C5C5}"/>
              </a:ext>
            </a:extLst>
          </p:cNvPr>
          <p:cNvSpPr>
            <a:spLocks noChangeArrowheads="1"/>
          </p:cNvSpPr>
          <p:nvPr/>
        </p:nvSpPr>
        <p:spPr bwMode="auto">
          <a:xfrm>
            <a:off x="1752600" y="5562600"/>
            <a:ext cx="3200400" cy="914400"/>
          </a:xfrm>
          <a:prstGeom prst="cloudCallout">
            <a:avLst>
              <a:gd name="adj1" fmla="val 41623"/>
              <a:gd name="adj2" fmla="val -152954"/>
            </a:avLst>
          </a:prstGeom>
          <a:solidFill>
            <a:srgbClr val="FFFFFF"/>
          </a:solidFill>
          <a:ln w="9525">
            <a:solidFill>
              <a:srgbClr val="000000"/>
            </a:solidFill>
            <a:round/>
            <a:headEnd/>
            <a:tailEnd/>
          </a:ln>
        </p:spPr>
        <p:txBody>
          <a:bodyPr/>
          <a:lstStyle/>
          <a:p>
            <a:r>
              <a:rPr lang="nl-NL" dirty="0">
                <a:latin typeface="Verdana" charset="0"/>
                <a:cs typeface="Times New Roman" charset="0"/>
              </a:rPr>
              <a:t>Missing = het antwoord ontbreekt</a:t>
            </a:r>
            <a:endParaRPr lang="nl-NL" dirty="0">
              <a:cs typeface="Times New Roman" charset="0"/>
            </a:endParaRPr>
          </a:p>
        </p:txBody>
      </p:sp>
      <p:sp>
        <p:nvSpPr>
          <p:cNvPr id="24" name="Rechthoek 23">
            <a:extLst>
              <a:ext uri="{FF2B5EF4-FFF2-40B4-BE49-F238E27FC236}">
                <a16:creationId xmlns:a16="http://schemas.microsoft.com/office/drawing/2014/main" id="{AFC3A373-F599-3948-8DC2-5C3C5F799FA7}"/>
              </a:ext>
            </a:extLst>
          </p:cNvPr>
          <p:cNvSpPr/>
          <p:nvPr/>
        </p:nvSpPr>
        <p:spPr>
          <a:xfrm>
            <a:off x="431372" y="3653171"/>
            <a:ext cx="2680318" cy="1006429"/>
          </a:xfrm>
          <a:prstGeom prst="rect">
            <a:avLst/>
          </a:prstGeom>
        </p:spPr>
        <p:txBody>
          <a:bodyPr wrap="square">
            <a:spAutoFit/>
          </a:bodyPr>
          <a:lstStyle/>
          <a:p>
            <a:pPr>
              <a:lnSpc>
                <a:spcPct val="90000"/>
              </a:lnSpc>
              <a:defRPr/>
            </a:pPr>
            <a:r>
              <a:rPr lang="nl-NL" sz="2200" dirty="0">
                <a:latin typeface="Arial" charset="0"/>
                <a:sym typeface="Wingdings" charset="0"/>
              </a:rPr>
              <a:t>SPSS: </a:t>
            </a:r>
            <a:r>
              <a:rPr lang="nl-NL" sz="2200" dirty="0" err="1">
                <a:latin typeface="Arial" charset="0"/>
                <a:sym typeface="Wingdings" charset="0"/>
              </a:rPr>
              <a:t>Analyze</a:t>
            </a:r>
            <a:r>
              <a:rPr lang="nl-NL" sz="2200" dirty="0">
                <a:latin typeface="Arial" charset="0"/>
                <a:sym typeface="Wingdings" charset="0"/>
              </a:rPr>
              <a:t>  </a:t>
            </a:r>
            <a:r>
              <a:rPr lang="nl-NL" sz="2200" dirty="0" err="1">
                <a:latin typeface="Arial" charset="0"/>
                <a:sym typeface="Wingdings" charset="0"/>
              </a:rPr>
              <a:t>descriptive</a:t>
            </a:r>
            <a:r>
              <a:rPr lang="nl-NL" sz="2200" dirty="0">
                <a:latin typeface="Arial" charset="0"/>
                <a:sym typeface="Wingdings" charset="0"/>
              </a:rPr>
              <a:t> </a:t>
            </a:r>
            <a:r>
              <a:rPr lang="nl-NL" sz="2200" dirty="0" err="1">
                <a:latin typeface="Arial" charset="0"/>
                <a:sym typeface="Wingdings" charset="0"/>
              </a:rPr>
              <a:t>statistics</a:t>
            </a:r>
            <a:r>
              <a:rPr lang="nl-NL" sz="2200" dirty="0">
                <a:latin typeface="Arial" charset="0"/>
                <a:sym typeface="Wingdings" charset="0"/>
              </a:rPr>
              <a:t>  </a:t>
            </a:r>
            <a:r>
              <a:rPr lang="nl-NL" sz="2200" dirty="0" err="1">
                <a:latin typeface="Arial" charset="0"/>
                <a:sym typeface="Wingdings" charset="0"/>
              </a:rPr>
              <a:t>frequencies</a:t>
            </a:r>
            <a:r>
              <a:rPr lang="nl-NL" sz="2200" dirty="0">
                <a:latin typeface="Arial" charset="0"/>
                <a:sym typeface="Wingdings" charset="0"/>
              </a:rPr>
              <a:t>. </a:t>
            </a:r>
          </a:p>
        </p:txBody>
      </p:sp>
    </p:spTree>
    <p:extLst>
      <p:ext uri="{BB962C8B-B14F-4D97-AF65-F5344CB8AC3E}">
        <p14:creationId xmlns:p14="http://schemas.microsoft.com/office/powerpoint/2010/main" val="42188090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Rectangle 2"/>
          <p:cNvSpPr>
            <a:spLocks noGrp="1" noChangeArrowheads="1"/>
          </p:cNvSpPr>
          <p:nvPr>
            <p:ph type="title"/>
          </p:nvPr>
        </p:nvSpPr>
        <p:spPr/>
        <p:txBody>
          <a:bodyPr/>
          <a:lstStyle/>
          <a:p>
            <a:pPr eaLnBrk="1" hangingPunct="1"/>
            <a:r>
              <a:rPr lang="nl-NL">
                <a:ea typeface="ＭＳ Ｐゴシック" pitchFamily="34" charset="-128"/>
              </a:rPr>
              <a:t>Grafieken: cirkeldiagram</a:t>
            </a:r>
          </a:p>
        </p:txBody>
      </p:sp>
      <p:sp>
        <p:nvSpPr>
          <p:cNvPr id="26628" name="Rectangle 10"/>
          <p:cNvSpPr>
            <a:spLocks noGrp="1" noChangeArrowheads="1"/>
          </p:cNvSpPr>
          <p:nvPr>
            <p:ph type="body" idx="1"/>
          </p:nvPr>
        </p:nvSpPr>
        <p:spPr>
          <a:xfrm>
            <a:off x="1106523" y="1945971"/>
            <a:ext cx="4267200" cy="3759090"/>
          </a:xfrm>
        </p:spPr>
        <p:txBody>
          <a:bodyPr/>
          <a:lstStyle/>
          <a:p>
            <a:pPr eaLnBrk="1" hangingPunct="1">
              <a:lnSpc>
                <a:spcPct val="90000"/>
              </a:lnSpc>
              <a:buFontTx/>
              <a:buNone/>
            </a:pPr>
            <a:endParaRPr lang="nl-NL" sz="2400" dirty="0">
              <a:ea typeface="ＭＳ Ｐゴシック" pitchFamily="34" charset="-128"/>
            </a:endParaRPr>
          </a:p>
          <a:p>
            <a:pPr lvl="1" eaLnBrk="1" hangingPunct="1">
              <a:lnSpc>
                <a:spcPct val="90000"/>
              </a:lnSpc>
            </a:pPr>
            <a:r>
              <a:rPr lang="nl-NL" sz="2400" dirty="0">
                <a:ea typeface="ＭＳ Ｐゴシック" pitchFamily="34" charset="-128"/>
              </a:rPr>
              <a:t>Verhouding tussen categorieën</a:t>
            </a:r>
          </a:p>
          <a:p>
            <a:pPr lvl="1" eaLnBrk="1" hangingPunct="1">
              <a:lnSpc>
                <a:spcPct val="90000"/>
              </a:lnSpc>
            </a:pPr>
            <a:endParaRPr lang="nl-NL" sz="2400" dirty="0">
              <a:ea typeface="ＭＳ Ｐゴシック" pitchFamily="34" charset="-128"/>
            </a:endParaRPr>
          </a:p>
          <a:p>
            <a:pPr lvl="1" eaLnBrk="1" hangingPunct="1">
              <a:lnSpc>
                <a:spcPct val="90000"/>
              </a:lnSpc>
            </a:pPr>
            <a:r>
              <a:rPr lang="nl-NL" sz="2400" dirty="0">
                <a:ea typeface="ＭＳ Ｐゴシック" pitchFamily="34" charset="-128"/>
              </a:rPr>
              <a:t>Laag meetniveau</a:t>
            </a:r>
          </a:p>
          <a:p>
            <a:pPr lvl="1" eaLnBrk="1" hangingPunct="1">
              <a:lnSpc>
                <a:spcPct val="90000"/>
              </a:lnSpc>
            </a:pPr>
            <a:endParaRPr lang="nl-NL" sz="2400" dirty="0">
              <a:ea typeface="ＭＳ Ｐゴシック" pitchFamily="34" charset="-128"/>
            </a:endParaRPr>
          </a:p>
          <a:p>
            <a:pPr lvl="1" eaLnBrk="1" hangingPunct="1">
              <a:lnSpc>
                <a:spcPct val="90000"/>
              </a:lnSpc>
            </a:pPr>
            <a:r>
              <a:rPr lang="nl-NL" sz="2400" dirty="0">
                <a:ea typeface="ＭＳ Ｐゴシック" pitchFamily="34" charset="-128"/>
              </a:rPr>
              <a:t>Slechts enkele categorieën </a:t>
            </a:r>
          </a:p>
          <a:p>
            <a:pPr lvl="1" eaLnBrk="1" hangingPunct="1">
              <a:lnSpc>
                <a:spcPct val="90000"/>
              </a:lnSpc>
            </a:pPr>
            <a:endParaRPr lang="nl-NL" sz="2400" dirty="0">
              <a:ea typeface="ＭＳ Ｐゴシック" pitchFamily="34" charset="-128"/>
            </a:endParaRPr>
          </a:p>
          <a:p>
            <a:pPr lvl="1" eaLnBrk="1" hangingPunct="1">
              <a:lnSpc>
                <a:spcPct val="90000"/>
              </a:lnSpc>
            </a:pPr>
            <a:r>
              <a:rPr lang="nl-NL" sz="2400" dirty="0">
                <a:ea typeface="ＭＳ Ｐゴシック" pitchFamily="34" charset="-128"/>
              </a:rPr>
              <a:t>SPSS:</a:t>
            </a:r>
          </a:p>
          <a:p>
            <a:pPr lvl="2" eaLnBrk="1" hangingPunct="1">
              <a:lnSpc>
                <a:spcPct val="90000"/>
              </a:lnSpc>
            </a:pPr>
            <a:r>
              <a:rPr lang="nl-NL" sz="2400" dirty="0" err="1">
                <a:ea typeface="ＭＳ Ｐゴシック" pitchFamily="34" charset="-128"/>
              </a:rPr>
              <a:t>Graphs</a:t>
            </a:r>
            <a:r>
              <a:rPr lang="nl-NL" sz="2400" dirty="0">
                <a:ea typeface="ＭＳ Ｐゴシック" pitchFamily="34" charset="-128"/>
              </a:rPr>
              <a:t> </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Legacy</a:t>
            </a:r>
            <a:endParaRPr lang="nl-NL" sz="2400" dirty="0">
              <a:ea typeface="ＭＳ Ｐゴシック" pitchFamily="34" charset="-128"/>
              <a:sym typeface="Wingdings" pitchFamily="-84" charset="2"/>
            </a:endParaRPr>
          </a:p>
          <a:p>
            <a:pPr lvl="2" eaLnBrk="1" hangingPunct="1">
              <a:lnSpc>
                <a:spcPct val="90000"/>
              </a:lnSpc>
              <a:buFontTx/>
              <a:buNone/>
            </a:pP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Dialogs</a:t>
            </a:r>
            <a:r>
              <a:rPr lang="nl-NL" sz="2400" dirty="0">
                <a:ea typeface="ＭＳ Ｐゴシック" pitchFamily="34" charset="-128"/>
                <a:sym typeface="Wingdings" pitchFamily="-84" charset="2"/>
              </a:rPr>
              <a:t>  </a:t>
            </a:r>
            <a:r>
              <a:rPr lang="nl-NL" sz="2400" dirty="0" err="1">
                <a:ea typeface="ＭＳ Ｐゴシック" pitchFamily="34" charset="-128"/>
                <a:sym typeface="Wingdings" pitchFamily="-84" charset="2"/>
              </a:rPr>
              <a:t>Pie</a:t>
            </a:r>
            <a:endParaRPr lang="nl-NL" sz="2400" dirty="0">
              <a:ea typeface="ＭＳ Ｐゴシック" pitchFamily="34" charset="-128"/>
            </a:endParaRPr>
          </a:p>
          <a:p>
            <a:pPr lvl="1" eaLnBrk="1" hangingPunct="1">
              <a:lnSpc>
                <a:spcPct val="90000"/>
              </a:lnSpc>
              <a:buFont typeface="Arial" pitchFamily="34" charset="0"/>
              <a:buNone/>
            </a:pPr>
            <a:endParaRPr lang="nl-NL" sz="2400" dirty="0">
              <a:ea typeface="ＭＳ Ｐゴシック" pitchFamily="34" charset="-128"/>
            </a:endParaRPr>
          </a:p>
        </p:txBody>
      </p:sp>
      <p:pic>
        <p:nvPicPr>
          <p:cNvPr id="26629" name="Picture 8"/>
          <p:cNvPicPr>
            <a:picLocks noGrp="1" noChangeAspect="1" noChangeArrowheads="1"/>
          </p:cNvPicPr>
          <p:nvPr>
            <p:ph idx="4294967295"/>
          </p:nvPr>
        </p:nvPicPr>
        <p:blipFill>
          <a:blip r:embed="rId2">
            <a:extLst>
              <a:ext uri="{28A0092B-C50C-407E-A947-70E740481C1C}">
                <a14:useLocalDpi xmlns:a14="http://schemas.microsoft.com/office/drawing/2010/main" val="0"/>
              </a:ext>
            </a:extLst>
          </a:blip>
          <a:srcRect/>
          <a:stretch>
            <a:fillRect/>
          </a:stretch>
        </p:blipFill>
        <p:spPr>
          <a:xfrm>
            <a:off x="5532816" y="1945971"/>
            <a:ext cx="5552661" cy="4443724"/>
          </a:xfrm>
          <a:noFill/>
        </p:spPr>
      </p:pic>
      <p:sp>
        <p:nvSpPr>
          <p:cNvPr id="6" name="Tijdelijke aanduiding voor tekst 1">
            <a:extLst>
              <a:ext uri="{FF2B5EF4-FFF2-40B4-BE49-F238E27FC236}">
                <a16:creationId xmlns:a16="http://schemas.microsoft.com/office/drawing/2014/main" id="{FAF4128F-D3A9-0F4E-B53F-080511FFCA28}"/>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19330848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651" name="Rectangle 2"/>
          <p:cNvSpPr>
            <a:spLocks noGrp="1" noChangeArrowheads="1"/>
          </p:cNvSpPr>
          <p:nvPr>
            <p:ph type="title"/>
          </p:nvPr>
        </p:nvSpPr>
        <p:spPr/>
        <p:txBody>
          <a:bodyPr/>
          <a:lstStyle/>
          <a:p>
            <a:pPr eaLnBrk="1" hangingPunct="1"/>
            <a:r>
              <a:rPr lang="nl-NL">
                <a:ea typeface="ＭＳ Ｐゴシック" pitchFamily="34" charset="-128"/>
              </a:rPr>
              <a:t>Grafieken: staafdiagram</a:t>
            </a:r>
          </a:p>
        </p:txBody>
      </p:sp>
      <p:sp>
        <p:nvSpPr>
          <p:cNvPr id="27652" name="Rectangle 3"/>
          <p:cNvSpPr>
            <a:spLocks noGrp="1" noChangeArrowheads="1"/>
          </p:cNvSpPr>
          <p:nvPr>
            <p:ph type="body" sz="half" idx="1"/>
          </p:nvPr>
        </p:nvSpPr>
        <p:spPr>
          <a:xfrm>
            <a:off x="1219199" y="1465670"/>
            <a:ext cx="4674973" cy="4800600"/>
          </a:xfrm>
        </p:spPr>
        <p:txBody>
          <a:bodyPr/>
          <a:lstStyle/>
          <a:p>
            <a:pPr eaLnBrk="1" hangingPunct="1">
              <a:buFontTx/>
              <a:buNone/>
            </a:pPr>
            <a:endParaRPr lang="nl-NL" sz="2400" dirty="0">
              <a:ea typeface="ＭＳ Ｐゴシック" pitchFamily="34" charset="-128"/>
            </a:endParaRPr>
          </a:p>
          <a:p>
            <a:pPr lvl="1" eaLnBrk="1" hangingPunct="1"/>
            <a:r>
              <a:rPr lang="nl-NL" sz="2400" dirty="0">
                <a:ea typeface="ＭＳ Ｐゴシック" pitchFamily="34" charset="-128"/>
              </a:rPr>
              <a:t>Verhouding tussen categorieën</a:t>
            </a:r>
          </a:p>
          <a:p>
            <a:pPr lvl="1" eaLnBrk="1" hangingPunct="1"/>
            <a:endParaRPr lang="nl-NL" sz="2400" dirty="0">
              <a:ea typeface="ＭＳ Ｐゴシック" pitchFamily="34" charset="-128"/>
            </a:endParaRPr>
          </a:p>
          <a:p>
            <a:pPr lvl="1" eaLnBrk="1" hangingPunct="1"/>
            <a:r>
              <a:rPr lang="nl-NL" sz="2400" dirty="0">
                <a:ea typeface="ＭＳ Ｐゴシック" pitchFamily="34" charset="-128"/>
              </a:rPr>
              <a:t>Laag meetniveau</a:t>
            </a:r>
          </a:p>
          <a:p>
            <a:pPr lvl="1" eaLnBrk="1" hangingPunct="1"/>
            <a:endParaRPr lang="nl-NL" sz="2400" dirty="0">
              <a:ea typeface="ＭＳ Ｐゴシック" pitchFamily="34" charset="-128"/>
            </a:endParaRPr>
          </a:p>
          <a:p>
            <a:pPr lvl="1" eaLnBrk="1" hangingPunct="1"/>
            <a:r>
              <a:rPr lang="nl-NL" sz="2400" dirty="0">
                <a:ea typeface="ＭＳ Ｐゴシック" pitchFamily="34" charset="-128"/>
              </a:rPr>
              <a:t>Slechts enkele categorieën </a:t>
            </a:r>
          </a:p>
          <a:p>
            <a:pPr lvl="1" eaLnBrk="1" hangingPunct="1">
              <a:buFont typeface="Arial" pitchFamily="34" charset="0"/>
              <a:buNone/>
            </a:pPr>
            <a:endParaRPr lang="nl-NL" sz="2400" dirty="0">
              <a:ea typeface="ＭＳ Ｐゴシック" pitchFamily="34" charset="-128"/>
            </a:endParaRPr>
          </a:p>
          <a:p>
            <a:pPr lvl="1" eaLnBrk="1" hangingPunct="1"/>
            <a:r>
              <a:rPr lang="nl-NL" sz="2400" dirty="0">
                <a:ea typeface="ＭＳ Ｐゴシック" pitchFamily="34" charset="-128"/>
              </a:rPr>
              <a:t>SPSS:</a:t>
            </a:r>
          </a:p>
          <a:p>
            <a:pPr lvl="2" eaLnBrk="1" hangingPunct="1"/>
            <a:r>
              <a:rPr lang="nl-NL" sz="2400" dirty="0" err="1">
                <a:ea typeface="ＭＳ Ｐゴシック" pitchFamily="34" charset="-128"/>
              </a:rPr>
              <a:t>Graphs</a:t>
            </a:r>
            <a:r>
              <a:rPr lang="nl-NL" sz="2400" dirty="0">
                <a:ea typeface="ＭＳ Ｐゴシック" pitchFamily="34" charset="-128"/>
              </a:rPr>
              <a:t> </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Legacy</a:t>
            </a:r>
            <a:endParaRPr lang="nl-NL" sz="2400" dirty="0">
              <a:ea typeface="ＭＳ Ｐゴシック" pitchFamily="34" charset="-128"/>
              <a:sym typeface="Wingdings" pitchFamily="-84" charset="2"/>
            </a:endParaRPr>
          </a:p>
          <a:p>
            <a:pPr lvl="2" eaLnBrk="1" hangingPunct="1">
              <a:buFontTx/>
              <a:buNone/>
            </a:pP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Dialogs</a:t>
            </a:r>
            <a:r>
              <a:rPr lang="nl-NL" sz="2400" dirty="0">
                <a:ea typeface="ＭＳ Ｐゴシック" pitchFamily="34" charset="-128"/>
                <a:sym typeface="Wingdings" pitchFamily="-84" charset="2"/>
              </a:rPr>
              <a:t>  Bar</a:t>
            </a:r>
            <a:endParaRPr lang="nl-NL" sz="2400" dirty="0">
              <a:ea typeface="ＭＳ Ｐゴシック" pitchFamily="34" charset="-128"/>
            </a:endParaRPr>
          </a:p>
        </p:txBody>
      </p:sp>
      <p:sp>
        <p:nvSpPr>
          <p:cNvPr id="6" name="Tijdelijke aanduiding voor tekst 1">
            <a:extLst>
              <a:ext uri="{FF2B5EF4-FFF2-40B4-BE49-F238E27FC236}">
                <a16:creationId xmlns:a16="http://schemas.microsoft.com/office/drawing/2014/main" id="{26A0C70C-CE5B-CB45-A434-C9C540F552A1}"/>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pic>
        <p:nvPicPr>
          <p:cNvPr id="2" name="Afbeelding 1">
            <a:extLst>
              <a:ext uri="{FF2B5EF4-FFF2-40B4-BE49-F238E27FC236}">
                <a16:creationId xmlns:a16="http://schemas.microsoft.com/office/drawing/2014/main" id="{A3E09683-746C-6243-9F64-9F668583A446}"/>
              </a:ext>
            </a:extLst>
          </p:cNvPr>
          <p:cNvPicPr>
            <a:picLocks noChangeAspect="1"/>
          </p:cNvPicPr>
          <p:nvPr/>
        </p:nvPicPr>
        <p:blipFill>
          <a:blip r:embed="rId2"/>
          <a:stretch>
            <a:fillRect/>
          </a:stretch>
        </p:blipFill>
        <p:spPr>
          <a:xfrm>
            <a:off x="6687235" y="2127250"/>
            <a:ext cx="4372061" cy="3407880"/>
          </a:xfrm>
          <a:prstGeom prst="rect">
            <a:avLst/>
          </a:prstGeom>
        </p:spPr>
      </p:pic>
    </p:spTree>
    <p:extLst>
      <p:ext uri="{BB962C8B-B14F-4D97-AF65-F5344CB8AC3E}">
        <p14:creationId xmlns:p14="http://schemas.microsoft.com/office/powerpoint/2010/main" val="33743573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Rectangle 2"/>
          <p:cNvSpPr>
            <a:spLocks noGrp="1" noChangeArrowheads="1"/>
          </p:cNvSpPr>
          <p:nvPr>
            <p:ph type="title"/>
          </p:nvPr>
        </p:nvSpPr>
        <p:spPr>
          <a:xfrm>
            <a:off x="990600" y="1205813"/>
            <a:ext cx="9753600" cy="1143000"/>
          </a:xfrm>
        </p:spPr>
        <p:txBody>
          <a:bodyPr/>
          <a:lstStyle/>
          <a:p>
            <a:pPr eaLnBrk="1" hangingPunct="1"/>
            <a:r>
              <a:rPr lang="nl-NL" dirty="0">
                <a:ea typeface="ＭＳ Ｐゴシック" pitchFamily="34" charset="-128"/>
              </a:rPr>
              <a:t>Grafieken: histogram</a:t>
            </a:r>
            <a:br>
              <a:rPr lang="nl-NL" dirty="0">
                <a:ea typeface="ＭＳ Ｐゴシック" pitchFamily="34" charset="-128"/>
              </a:rPr>
            </a:br>
            <a:endParaRPr lang="nl-NL" dirty="0">
              <a:ea typeface="ＭＳ Ｐゴシック" pitchFamily="34" charset="-128"/>
            </a:endParaRPr>
          </a:p>
        </p:txBody>
      </p:sp>
      <p:sp>
        <p:nvSpPr>
          <p:cNvPr id="28676" name="Rectangle 3"/>
          <p:cNvSpPr>
            <a:spLocks noGrp="1" noChangeArrowheads="1"/>
          </p:cNvSpPr>
          <p:nvPr>
            <p:ph type="body" sz="half" idx="1"/>
          </p:nvPr>
        </p:nvSpPr>
        <p:spPr>
          <a:xfrm>
            <a:off x="990600" y="2877064"/>
            <a:ext cx="7239000" cy="3071983"/>
          </a:xfrm>
        </p:spPr>
        <p:txBody>
          <a:bodyPr/>
          <a:lstStyle/>
          <a:p>
            <a:pPr lvl="1" eaLnBrk="1" hangingPunct="1">
              <a:lnSpc>
                <a:spcPct val="150000"/>
              </a:lnSpc>
            </a:pPr>
            <a:endParaRPr lang="nl-NL" sz="2400" dirty="0">
              <a:ea typeface="ＭＳ Ｐゴシック" pitchFamily="34" charset="-128"/>
            </a:endParaRPr>
          </a:p>
          <a:p>
            <a:pPr lvl="1" eaLnBrk="1" hangingPunct="1">
              <a:lnSpc>
                <a:spcPct val="100000"/>
              </a:lnSpc>
            </a:pPr>
            <a:r>
              <a:rPr lang="nl-NL" sz="2400" dirty="0">
                <a:ea typeface="ＭＳ Ｐゴシック" pitchFamily="34" charset="-128"/>
              </a:rPr>
              <a:t>Hoger meetniveau</a:t>
            </a:r>
          </a:p>
          <a:p>
            <a:pPr lvl="1" eaLnBrk="1" hangingPunct="1">
              <a:lnSpc>
                <a:spcPct val="100000"/>
              </a:lnSpc>
            </a:pPr>
            <a:r>
              <a:rPr lang="nl-NL" sz="2400" dirty="0">
                <a:ea typeface="ＭＳ Ｐゴシック" pitchFamily="34" charset="-128"/>
              </a:rPr>
              <a:t>Vorm van de verdeling</a:t>
            </a:r>
          </a:p>
          <a:p>
            <a:pPr lvl="1" eaLnBrk="1" hangingPunct="1">
              <a:lnSpc>
                <a:spcPct val="100000"/>
              </a:lnSpc>
            </a:pPr>
            <a:r>
              <a:rPr lang="nl-NL" sz="2400" dirty="0">
                <a:ea typeface="ＭＳ Ｐゴシック" pitchFamily="34" charset="-128"/>
              </a:rPr>
              <a:t>Continue verdeling</a:t>
            </a:r>
          </a:p>
          <a:p>
            <a:pPr lvl="1" eaLnBrk="1" hangingPunct="1">
              <a:lnSpc>
                <a:spcPct val="100000"/>
              </a:lnSpc>
            </a:pPr>
            <a:r>
              <a:rPr lang="nl-NL" sz="2400" dirty="0">
                <a:ea typeface="ＭＳ Ｐゴシック" pitchFamily="34" charset="-128"/>
              </a:rPr>
              <a:t>Eén van de mogelijkheden in SPSS:</a:t>
            </a:r>
          </a:p>
          <a:p>
            <a:pPr lvl="6">
              <a:lnSpc>
                <a:spcPct val="100000"/>
              </a:lnSpc>
              <a:buFontTx/>
              <a:buChar char="•"/>
            </a:pPr>
            <a:r>
              <a:rPr lang="nl-NL" sz="2400" dirty="0" err="1">
                <a:ea typeface="ＭＳ Ｐゴシック" pitchFamily="34" charset="-128"/>
              </a:rPr>
              <a:t>Graphs</a:t>
            </a:r>
            <a:r>
              <a:rPr lang="nl-NL" sz="2400" dirty="0">
                <a:ea typeface="ＭＳ Ｐゴシック" pitchFamily="34" charset="-128"/>
              </a:rPr>
              <a:t> </a:t>
            </a:r>
            <a:r>
              <a:rPr lang="nl-NL" sz="2400" dirty="0">
                <a:solidFill>
                  <a:srgbClr val="0070C0"/>
                </a:solidFill>
                <a:ea typeface="ＭＳ Ｐゴシック" pitchFamily="34" charset="-128"/>
                <a:sym typeface="Wingdings" pitchFamily="-84" charset="2"/>
              </a:rPr>
              <a:t></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Legacy</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Dialogs</a:t>
            </a:r>
            <a:r>
              <a:rPr lang="nl-NL" sz="2400" dirty="0">
                <a:ea typeface="ＭＳ Ｐゴシック" pitchFamily="34" charset="-128"/>
                <a:sym typeface="Wingdings" pitchFamily="-84" charset="2"/>
              </a:rPr>
              <a:t> </a:t>
            </a:r>
            <a:r>
              <a:rPr lang="nl-NL" sz="2400" dirty="0">
                <a:solidFill>
                  <a:srgbClr val="0070C0"/>
                </a:solidFill>
                <a:ea typeface="ＭＳ Ｐゴシック" pitchFamily="34" charset="-128"/>
                <a:sym typeface="Wingdings" pitchFamily="-84" charset="2"/>
              </a:rPr>
              <a:t></a:t>
            </a:r>
            <a:r>
              <a:rPr lang="nl-NL" sz="2400" dirty="0">
                <a:ea typeface="ＭＳ Ｐゴシック" pitchFamily="34" charset="-128"/>
                <a:sym typeface="Wingdings" pitchFamily="-84" charset="2"/>
              </a:rPr>
              <a:t> Bar</a:t>
            </a:r>
          </a:p>
          <a:p>
            <a:pPr lvl="6">
              <a:lnSpc>
                <a:spcPct val="100000"/>
              </a:lnSpc>
              <a:buFontTx/>
              <a:buChar char="•"/>
            </a:pPr>
            <a:r>
              <a:rPr lang="nl-NL" sz="2400" dirty="0">
                <a:ea typeface="ＭＳ Ｐゴシック" pitchFamily="34" charset="-128"/>
                <a:sym typeface="Wingdings" pitchFamily="-84" charset="2"/>
              </a:rPr>
              <a:t>Verander de ‘dichtheid’ van de bars in de Chart Editor</a:t>
            </a:r>
            <a:endParaRPr lang="nl-NL" sz="2400" dirty="0">
              <a:ea typeface="ＭＳ Ｐゴシック" pitchFamily="34" charset="-128"/>
            </a:endParaRPr>
          </a:p>
        </p:txBody>
      </p:sp>
      <p:pic>
        <p:nvPicPr>
          <p:cNvPr id="28677"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400800" y="1225080"/>
            <a:ext cx="4800600" cy="2667000"/>
          </a:xfrm>
          <a:noFill/>
        </p:spPr>
      </p:pic>
      <p:sp>
        <p:nvSpPr>
          <p:cNvPr id="28678" name="Rectangle 6"/>
          <p:cNvSpPr>
            <a:spLocks noChangeArrowheads="1"/>
          </p:cNvSpPr>
          <p:nvPr/>
        </p:nvSpPr>
        <p:spPr bwMode="auto">
          <a:xfrm>
            <a:off x="6400800" y="3523736"/>
            <a:ext cx="1905000" cy="2444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p>
            <a:r>
              <a:rPr lang="nl-NL" sz="1000" b="1" dirty="0"/>
              <a:t>Bron: </a:t>
            </a:r>
            <a:r>
              <a:rPr lang="nl-NL" sz="1000" b="1" dirty="0" err="1"/>
              <a:t>www.infragistics.com</a:t>
            </a:r>
            <a:endParaRPr lang="nl-NL" sz="1000" b="1" dirty="0"/>
          </a:p>
        </p:txBody>
      </p:sp>
      <p:sp>
        <p:nvSpPr>
          <p:cNvPr id="8" name="Tijdelijke aanduiding voor tekst 1">
            <a:extLst>
              <a:ext uri="{FF2B5EF4-FFF2-40B4-BE49-F238E27FC236}">
                <a16:creationId xmlns:a16="http://schemas.microsoft.com/office/drawing/2014/main" id="{7AD8FE36-C721-2347-944A-98AB6E0E2E70}"/>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42627758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Rectangle 2"/>
          <p:cNvSpPr>
            <a:spLocks noGrp="1" noChangeArrowheads="1"/>
          </p:cNvSpPr>
          <p:nvPr>
            <p:ph type="title"/>
          </p:nvPr>
        </p:nvSpPr>
        <p:spPr/>
        <p:txBody>
          <a:bodyPr/>
          <a:lstStyle/>
          <a:p>
            <a:pPr eaLnBrk="1" hangingPunct="1"/>
            <a:r>
              <a:rPr lang="nl-NL">
                <a:ea typeface="ＭＳ Ｐゴシック" pitchFamily="34" charset="-128"/>
              </a:rPr>
              <a:t>Grafieken: lijngrafiek</a:t>
            </a:r>
          </a:p>
        </p:txBody>
      </p:sp>
      <p:sp>
        <p:nvSpPr>
          <p:cNvPr id="29700" name="Rectangle 3"/>
          <p:cNvSpPr>
            <a:spLocks noGrp="1" noChangeArrowheads="1"/>
          </p:cNvSpPr>
          <p:nvPr>
            <p:ph type="body" sz="half" idx="1"/>
          </p:nvPr>
        </p:nvSpPr>
        <p:spPr>
          <a:xfrm>
            <a:off x="1219200" y="1600200"/>
            <a:ext cx="4267200" cy="4419600"/>
          </a:xfrm>
        </p:spPr>
        <p:txBody>
          <a:bodyPr/>
          <a:lstStyle/>
          <a:p>
            <a:pPr lvl="1" eaLnBrk="1" hangingPunct="1"/>
            <a:r>
              <a:rPr lang="nl-NL" sz="2400" dirty="0">
                <a:ea typeface="ＭＳ Ｐゴシック" pitchFamily="34" charset="-128"/>
              </a:rPr>
              <a:t>Trends</a:t>
            </a:r>
          </a:p>
          <a:p>
            <a:pPr lvl="1" eaLnBrk="1" hangingPunct="1"/>
            <a:r>
              <a:rPr lang="nl-NL" sz="2400" dirty="0">
                <a:ea typeface="ＭＳ Ｐゴシック" pitchFamily="34" charset="-128"/>
              </a:rPr>
              <a:t>Cumulatief = mogelijk</a:t>
            </a:r>
          </a:p>
          <a:p>
            <a:pPr lvl="1" eaLnBrk="1" hangingPunct="1"/>
            <a:r>
              <a:rPr lang="nl-NL" sz="2400" dirty="0">
                <a:ea typeface="ＭＳ Ｐゴシック" pitchFamily="34" charset="-128"/>
              </a:rPr>
              <a:t>Continue variabele</a:t>
            </a:r>
          </a:p>
          <a:p>
            <a:pPr lvl="1" eaLnBrk="1" hangingPunct="1"/>
            <a:r>
              <a:rPr lang="nl-NL" sz="2400" dirty="0">
                <a:ea typeface="ＭＳ Ｐゴシック" pitchFamily="34" charset="-128"/>
              </a:rPr>
              <a:t>Hoog meetniveau</a:t>
            </a:r>
          </a:p>
          <a:p>
            <a:pPr lvl="1" eaLnBrk="1" hangingPunct="1"/>
            <a:r>
              <a:rPr lang="nl-NL" sz="2400" dirty="0">
                <a:ea typeface="ＭＳ Ｐゴシック" pitchFamily="34" charset="-128"/>
              </a:rPr>
              <a:t>Verloop van een verdeling</a:t>
            </a:r>
          </a:p>
          <a:p>
            <a:pPr lvl="1" eaLnBrk="1" hangingPunct="1"/>
            <a:endParaRPr lang="nl-NL" sz="2400" dirty="0">
              <a:ea typeface="ＭＳ Ｐゴシック" pitchFamily="34" charset="-128"/>
            </a:endParaRPr>
          </a:p>
          <a:p>
            <a:pPr lvl="1" eaLnBrk="1" hangingPunct="1"/>
            <a:r>
              <a:rPr lang="nl-NL" sz="2400" dirty="0">
                <a:ea typeface="ＭＳ Ｐゴシック" pitchFamily="34" charset="-128"/>
              </a:rPr>
              <a:t>SPSS:</a:t>
            </a:r>
          </a:p>
          <a:p>
            <a:pPr lvl="2" eaLnBrk="1" hangingPunct="1"/>
            <a:r>
              <a:rPr lang="nl-NL" sz="2400" dirty="0" err="1">
                <a:ea typeface="ＭＳ Ｐゴシック" pitchFamily="34" charset="-128"/>
              </a:rPr>
              <a:t>Graphs</a:t>
            </a:r>
            <a:r>
              <a:rPr lang="nl-NL" sz="2400" dirty="0">
                <a:ea typeface="ＭＳ Ｐゴシック" pitchFamily="34" charset="-128"/>
              </a:rPr>
              <a:t> </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Legacy</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Dialogs</a:t>
            </a:r>
            <a:r>
              <a:rPr lang="nl-NL" sz="2400" dirty="0">
                <a:ea typeface="ＭＳ Ｐゴシック" pitchFamily="34" charset="-128"/>
                <a:sym typeface="Wingdings" pitchFamily="-84" charset="2"/>
              </a:rPr>
              <a:t>  Line…</a:t>
            </a:r>
            <a:endParaRPr lang="nl-NL" sz="2400" dirty="0">
              <a:ea typeface="ＭＳ Ｐゴシック" pitchFamily="34" charset="-128"/>
            </a:endParaRPr>
          </a:p>
        </p:txBody>
      </p:sp>
      <p:pic>
        <p:nvPicPr>
          <p:cNvPr id="29701"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096000" y="1981200"/>
            <a:ext cx="4572000" cy="3657600"/>
          </a:xfrm>
          <a:noFill/>
        </p:spPr>
      </p:pic>
      <p:sp>
        <p:nvSpPr>
          <p:cNvPr id="6" name="Tijdelijke aanduiding voor tekst 1">
            <a:extLst>
              <a:ext uri="{FF2B5EF4-FFF2-40B4-BE49-F238E27FC236}">
                <a16:creationId xmlns:a16="http://schemas.microsoft.com/office/drawing/2014/main" id="{AE64FE19-CC14-5A4B-99C0-6BC78C1616C6}"/>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204957523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3" name="Rectangle 2"/>
          <p:cNvSpPr>
            <a:spLocks noGrp="1" noChangeArrowheads="1"/>
          </p:cNvSpPr>
          <p:nvPr>
            <p:ph type="title"/>
          </p:nvPr>
        </p:nvSpPr>
        <p:spPr/>
        <p:txBody>
          <a:bodyPr/>
          <a:lstStyle/>
          <a:p>
            <a:pPr eaLnBrk="1" hangingPunct="1"/>
            <a:r>
              <a:rPr lang="nl-NL">
                <a:ea typeface="ＭＳ Ｐゴシック" pitchFamily="34" charset="-128"/>
              </a:rPr>
              <a:t>Grafieken: boxdiagram</a:t>
            </a:r>
          </a:p>
        </p:txBody>
      </p:sp>
      <p:sp>
        <p:nvSpPr>
          <p:cNvPr id="30724" name="Rectangle 3"/>
          <p:cNvSpPr>
            <a:spLocks noGrp="1" noChangeArrowheads="1"/>
          </p:cNvSpPr>
          <p:nvPr>
            <p:ph type="body" sz="half" idx="1"/>
          </p:nvPr>
        </p:nvSpPr>
        <p:spPr>
          <a:xfrm>
            <a:off x="1219200" y="1600201"/>
            <a:ext cx="4501978" cy="4528750"/>
          </a:xfrm>
        </p:spPr>
        <p:txBody>
          <a:bodyPr/>
          <a:lstStyle/>
          <a:p>
            <a:pPr lvl="1" eaLnBrk="1" hangingPunct="1"/>
            <a:r>
              <a:rPr lang="nl-NL" sz="2400" dirty="0">
                <a:ea typeface="ＭＳ Ｐゴシック" pitchFamily="34" charset="-128"/>
              </a:rPr>
              <a:t>Ordinaal meetniveau en hoger</a:t>
            </a:r>
          </a:p>
          <a:p>
            <a:pPr lvl="1" eaLnBrk="1" hangingPunct="1"/>
            <a:r>
              <a:rPr lang="nl-NL" sz="2400" dirty="0">
                <a:ea typeface="ＭＳ Ｐゴシック" pitchFamily="34" charset="-128"/>
              </a:rPr>
              <a:t>Geen uitschieters</a:t>
            </a:r>
          </a:p>
          <a:p>
            <a:pPr lvl="1" eaLnBrk="1" hangingPunct="1"/>
            <a:r>
              <a:rPr lang="nl-NL" sz="2400" dirty="0">
                <a:ea typeface="ＭＳ Ｐゴシック" pitchFamily="34" charset="-128"/>
              </a:rPr>
              <a:t>Inzicht in de middelste 50% van een verdeling</a:t>
            </a:r>
          </a:p>
          <a:p>
            <a:pPr lvl="1" eaLnBrk="1" hangingPunct="1"/>
            <a:endParaRPr lang="nl-NL" sz="2400" dirty="0">
              <a:ea typeface="ＭＳ Ｐゴシック" pitchFamily="34" charset="-128"/>
            </a:endParaRPr>
          </a:p>
          <a:p>
            <a:pPr lvl="1" eaLnBrk="1" hangingPunct="1"/>
            <a:r>
              <a:rPr lang="nl-NL" sz="2400" dirty="0">
                <a:ea typeface="ＭＳ Ｐゴシック" pitchFamily="34" charset="-128"/>
              </a:rPr>
              <a:t>SPSS:</a:t>
            </a:r>
          </a:p>
          <a:p>
            <a:pPr lvl="2" eaLnBrk="1" hangingPunct="1"/>
            <a:r>
              <a:rPr lang="nl-NL" sz="2400" dirty="0" err="1">
                <a:ea typeface="ＭＳ Ｐゴシック" pitchFamily="34" charset="-128"/>
              </a:rPr>
              <a:t>Graphs</a:t>
            </a:r>
            <a:r>
              <a:rPr lang="nl-NL" sz="2400" dirty="0">
                <a:ea typeface="ＭＳ Ｐゴシック" pitchFamily="34" charset="-128"/>
              </a:rPr>
              <a:t> </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Legacy</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Dialogs</a:t>
            </a:r>
            <a:r>
              <a:rPr lang="nl-NL" sz="2400" dirty="0">
                <a:ea typeface="ＭＳ Ｐゴシック" pitchFamily="34" charset="-128"/>
                <a:sym typeface="Wingdings" pitchFamily="-84" charset="2"/>
              </a:rPr>
              <a:t>  </a:t>
            </a:r>
            <a:r>
              <a:rPr lang="nl-NL" sz="2400" dirty="0" err="1">
                <a:ea typeface="ＭＳ Ｐゴシック" pitchFamily="34" charset="-128"/>
                <a:sym typeface="Wingdings" pitchFamily="-84" charset="2"/>
              </a:rPr>
              <a:t>Boxplots</a:t>
            </a:r>
            <a:endParaRPr lang="nl-NL" sz="2400" dirty="0">
              <a:ea typeface="ＭＳ Ｐゴシック" pitchFamily="34" charset="-128"/>
            </a:endParaRPr>
          </a:p>
        </p:txBody>
      </p:sp>
      <p:sp>
        <p:nvSpPr>
          <p:cNvPr id="6" name="Tijdelijke aanduiding voor tekst 1">
            <a:extLst>
              <a:ext uri="{FF2B5EF4-FFF2-40B4-BE49-F238E27FC236}">
                <a16:creationId xmlns:a16="http://schemas.microsoft.com/office/drawing/2014/main" id="{92D334AD-B20B-7345-B45E-A6B51A9B23FA}"/>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pic>
        <p:nvPicPr>
          <p:cNvPr id="2" name="Afbeelding 1">
            <a:extLst>
              <a:ext uri="{FF2B5EF4-FFF2-40B4-BE49-F238E27FC236}">
                <a16:creationId xmlns:a16="http://schemas.microsoft.com/office/drawing/2014/main" id="{E0101704-AEA7-174C-9878-96AF10DEDEDC}"/>
              </a:ext>
            </a:extLst>
          </p:cNvPr>
          <p:cNvPicPr>
            <a:picLocks noChangeAspect="1"/>
          </p:cNvPicPr>
          <p:nvPr/>
        </p:nvPicPr>
        <p:blipFill>
          <a:blip r:embed="rId2"/>
          <a:stretch>
            <a:fillRect/>
          </a:stretch>
        </p:blipFill>
        <p:spPr>
          <a:xfrm>
            <a:off x="7562335" y="1129282"/>
            <a:ext cx="2118841" cy="4599435"/>
          </a:xfrm>
          <a:prstGeom prst="rect">
            <a:avLst/>
          </a:prstGeom>
        </p:spPr>
      </p:pic>
    </p:spTree>
    <p:extLst>
      <p:ext uri="{BB962C8B-B14F-4D97-AF65-F5344CB8AC3E}">
        <p14:creationId xmlns:p14="http://schemas.microsoft.com/office/powerpoint/2010/main" val="42159882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pPr eaLnBrk="1" hangingPunct="1"/>
            <a:r>
              <a:rPr lang="nl-NL">
                <a:ea typeface="ＭＳ Ｐゴシック" pitchFamily="34" charset="-128"/>
              </a:rPr>
              <a:t>Grafieken: spreidingsdiagram</a:t>
            </a:r>
          </a:p>
        </p:txBody>
      </p:sp>
      <p:sp>
        <p:nvSpPr>
          <p:cNvPr id="31748" name="Rectangle 3"/>
          <p:cNvSpPr>
            <a:spLocks noGrp="1" noChangeArrowheads="1"/>
          </p:cNvSpPr>
          <p:nvPr>
            <p:ph type="body" sz="half" idx="1"/>
          </p:nvPr>
        </p:nvSpPr>
        <p:spPr>
          <a:xfrm>
            <a:off x="1219200" y="1736124"/>
            <a:ext cx="4516773" cy="4419600"/>
          </a:xfrm>
        </p:spPr>
        <p:txBody>
          <a:bodyPr/>
          <a:lstStyle/>
          <a:p>
            <a:pPr lvl="1" eaLnBrk="1" hangingPunct="1">
              <a:lnSpc>
                <a:spcPct val="90000"/>
              </a:lnSpc>
            </a:pPr>
            <a:r>
              <a:rPr lang="nl-NL" sz="2400" dirty="0">
                <a:ea typeface="ＭＳ Ｐゴシック" pitchFamily="34" charset="-128"/>
              </a:rPr>
              <a:t>Continu</a:t>
            </a:r>
          </a:p>
          <a:p>
            <a:pPr lvl="1" eaLnBrk="1" hangingPunct="1">
              <a:lnSpc>
                <a:spcPct val="90000"/>
              </a:lnSpc>
            </a:pPr>
            <a:endParaRPr lang="nl-NL" sz="2400" dirty="0">
              <a:ea typeface="ＭＳ Ｐゴシック" pitchFamily="34" charset="-128"/>
            </a:endParaRPr>
          </a:p>
          <a:p>
            <a:pPr lvl="1" eaLnBrk="1" hangingPunct="1">
              <a:lnSpc>
                <a:spcPct val="90000"/>
              </a:lnSpc>
            </a:pPr>
            <a:r>
              <a:rPr lang="nl-NL" sz="2400" dirty="0">
                <a:ea typeface="ＭＳ Ｐゴシック" pitchFamily="34" charset="-128"/>
              </a:rPr>
              <a:t>Vanaf interval/ratio meetniveau</a:t>
            </a:r>
          </a:p>
          <a:p>
            <a:pPr lvl="1" eaLnBrk="1" hangingPunct="1">
              <a:lnSpc>
                <a:spcPct val="90000"/>
              </a:lnSpc>
            </a:pPr>
            <a:endParaRPr lang="nl-NL" sz="2400" dirty="0">
              <a:ea typeface="ＭＳ Ｐゴシック" pitchFamily="34" charset="-128"/>
            </a:endParaRPr>
          </a:p>
          <a:p>
            <a:pPr lvl="1" eaLnBrk="1" hangingPunct="1">
              <a:lnSpc>
                <a:spcPct val="90000"/>
              </a:lnSpc>
            </a:pPr>
            <a:r>
              <a:rPr lang="nl-NL" sz="2400" dirty="0">
                <a:ea typeface="ＭＳ Ｐゴシック" pitchFamily="34" charset="-128"/>
              </a:rPr>
              <a:t>Verdeling van scores ten opzichte van elkaar</a:t>
            </a:r>
          </a:p>
          <a:p>
            <a:pPr lvl="1" eaLnBrk="1" hangingPunct="1">
              <a:lnSpc>
                <a:spcPct val="90000"/>
              </a:lnSpc>
            </a:pPr>
            <a:endParaRPr lang="nl-NL" sz="2400" dirty="0">
              <a:ea typeface="ＭＳ Ｐゴシック" pitchFamily="34" charset="-128"/>
            </a:endParaRPr>
          </a:p>
          <a:p>
            <a:pPr lvl="1" eaLnBrk="1" hangingPunct="1">
              <a:lnSpc>
                <a:spcPct val="90000"/>
              </a:lnSpc>
            </a:pPr>
            <a:r>
              <a:rPr lang="nl-NL" sz="2400" dirty="0">
                <a:ea typeface="ＭＳ Ｐゴシック" pitchFamily="34" charset="-128"/>
              </a:rPr>
              <a:t>Meestal met 2 variabelen</a:t>
            </a:r>
          </a:p>
          <a:p>
            <a:pPr lvl="1" eaLnBrk="1" hangingPunct="1">
              <a:lnSpc>
                <a:spcPct val="90000"/>
              </a:lnSpc>
            </a:pPr>
            <a:endParaRPr lang="nl-NL" sz="2400" dirty="0">
              <a:ea typeface="ＭＳ Ｐゴシック" pitchFamily="34" charset="-128"/>
            </a:endParaRPr>
          </a:p>
          <a:p>
            <a:pPr lvl="1" eaLnBrk="1" hangingPunct="1">
              <a:lnSpc>
                <a:spcPct val="90000"/>
              </a:lnSpc>
            </a:pPr>
            <a:r>
              <a:rPr lang="nl-NL" sz="2400" dirty="0">
                <a:ea typeface="ＭＳ Ｐゴシック" pitchFamily="34" charset="-128"/>
              </a:rPr>
              <a:t>SPSS: </a:t>
            </a:r>
          </a:p>
          <a:p>
            <a:pPr lvl="2" eaLnBrk="1" hangingPunct="1">
              <a:lnSpc>
                <a:spcPct val="90000"/>
              </a:lnSpc>
            </a:pPr>
            <a:r>
              <a:rPr lang="nl-NL" sz="2400" dirty="0" err="1">
                <a:ea typeface="ＭＳ Ｐゴシック" pitchFamily="34" charset="-128"/>
              </a:rPr>
              <a:t>Graphs</a:t>
            </a:r>
            <a:r>
              <a:rPr lang="nl-NL" sz="2400" dirty="0">
                <a:ea typeface="ＭＳ Ｐゴシック" pitchFamily="34" charset="-128"/>
              </a:rPr>
              <a:t> </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Legacy</a:t>
            </a:r>
            <a:r>
              <a:rPr lang="nl-NL" sz="2400" dirty="0">
                <a:ea typeface="ＭＳ Ｐゴシック" pitchFamily="34" charset="-128"/>
                <a:sym typeface="Wingdings" pitchFamily="-84" charset="2"/>
              </a:rPr>
              <a:t> </a:t>
            </a:r>
            <a:r>
              <a:rPr lang="nl-NL" sz="2400" dirty="0" err="1">
                <a:ea typeface="ＭＳ Ｐゴシック" pitchFamily="34" charset="-128"/>
                <a:sym typeface="Wingdings" pitchFamily="-84" charset="2"/>
              </a:rPr>
              <a:t>Dialogs</a:t>
            </a:r>
            <a:r>
              <a:rPr lang="nl-NL" sz="2400" dirty="0">
                <a:ea typeface="ＭＳ Ｐゴシック" pitchFamily="34" charset="-128"/>
                <a:sym typeface="Wingdings" pitchFamily="-84" charset="2"/>
              </a:rPr>
              <a:t>  </a:t>
            </a:r>
            <a:r>
              <a:rPr lang="nl-NL" sz="2400" dirty="0" err="1">
                <a:ea typeface="ＭＳ Ｐゴシック" pitchFamily="34" charset="-128"/>
                <a:sym typeface="Wingdings" pitchFamily="-84" charset="2"/>
              </a:rPr>
              <a:t>Scatterplot</a:t>
            </a:r>
            <a:endParaRPr lang="nl-NL" sz="2400" dirty="0">
              <a:ea typeface="ＭＳ Ｐゴシック" pitchFamily="34" charset="-128"/>
            </a:endParaRPr>
          </a:p>
        </p:txBody>
      </p:sp>
      <p:grpSp>
        <p:nvGrpSpPr>
          <p:cNvPr id="31749" name="Group 7"/>
          <p:cNvGrpSpPr>
            <a:grpSpLocks noChangeAspect="1"/>
          </p:cNvGrpSpPr>
          <p:nvPr/>
        </p:nvGrpSpPr>
        <p:grpSpPr bwMode="auto">
          <a:xfrm>
            <a:off x="6396776" y="1736124"/>
            <a:ext cx="4699591" cy="3886200"/>
            <a:chOff x="2880" y="1008"/>
            <a:chExt cx="2496" cy="1997"/>
          </a:xfrm>
        </p:grpSpPr>
        <p:sp>
          <p:nvSpPr>
            <p:cNvPr id="31750" name="AutoShape 6"/>
            <p:cNvSpPr>
              <a:spLocks noChangeAspect="1" noChangeArrowheads="1" noTextEdit="1"/>
            </p:cNvSpPr>
            <p:nvPr/>
          </p:nvSpPr>
          <p:spPr bwMode="auto">
            <a:xfrm>
              <a:off x="2880" y="1008"/>
              <a:ext cx="2496" cy="199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endParaRPr lang="nl-NL"/>
            </a:p>
          </p:txBody>
        </p:sp>
        <p:grpSp>
          <p:nvGrpSpPr>
            <p:cNvPr id="31751" name="Group 208"/>
            <p:cNvGrpSpPr>
              <a:grpSpLocks/>
            </p:cNvGrpSpPr>
            <p:nvPr/>
          </p:nvGrpSpPr>
          <p:grpSpPr bwMode="auto">
            <a:xfrm>
              <a:off x="2889" y="1017"/>
              <a:ext cx="2478" cy="1982"/>
              <a:chOff x="2889" y="1017"/>
              <a:chExt cx="2478" cy="1982"/>
            </a:xfrm>
          </p:grpSpPr>
          <p:sp>
            <p:nvSpPr>
              <p:cNvPr id="31928" name="Rectangle 8"/>
              <p:cNvSpPr>
                <a:spLocks noChangeArrowheads="1"/>
              </p:cNvSpPr>
              <p:nvPr/>
            </p:nvSpPr>
            <p:spPr bwMode="auto">
              <a:xfrm>
                <a:off x="2889" y="1017"/>
                <a:ext cx="2478" cy="1982"/>
              </a:xfrm>
              <a:prstGeom prst="rect">
                <a:avLst/>
              </a:prstGeom>
              <a:solidFill>
                <a:srgbClr val="FFFFFF"/>
              </a:solidFill>
              <a:ln w="6350" cap="sq">
                <a:solidFill>
                  <a:srgbClr val="FFFFFF"/>
                </a:solidFill>
                <a:miter lim="800000"/>
                <a:headEnd/>
                <a:tailEnd/>
              </a:ln>
            </p:spPr>
            <p:txBody>
              <a:bodyPr/>
              <a:lstStyle/>
              <a:p>
                <a:endParaRPr lang="nl-NL"/>
              </a:p>
              <a:p>
                <a:endParaRPr lang="nl-NL"/>
              </a:p>
              <a:p>
                <a:endParaRPr lang="nl-NL"/>
              </a:p>
              <a:p>
                <a:endParaRPr lang="nl-NL"/>
              </a:p>
              <a:p>
                <a:endParaRPr lang="nl-NL"/>
              </a:p>
              <a:p>
                <a:endParaRPr lang="nl-NL"/>
              </a:p>
              <a:p>
                <a:endParaRPr lang="nl-NL"/>
              </a:p>
              <a:p>
                <a:endParaRPr lang="nl-NL"/>
              </a:p>
              <a:p>
                <a:endParaRPr lang="nl-NL"/>
              </a:p>
              <a:p>
                <a:endParaRPr lang="nl-NL"/>
              </a:p>
              <a:p>
                <a:endParaRPr lang="nl-NL"/>
              </a:p>
              <a:p>
                <a:r>
                  <a:rPr lang="nl-NL"/>
                  <a:t>     </a:t>
                </a:r>
                <a:r>
                  <a:rPr lang="nl-NL" sz="800" b="1"/>
                  <a:t>Aantal personen</a:t>
                </a:r>
              </a:p>
            </p:txBody>
          </p:sp>
          <p:sp>
            <p:nvSpPr>
              <p:cNvPr id="31929" name="Rectangle 9"/>
              <p:cNvSpPr>
                <a:spLocks noChangeArrowheads="1"/>
              </p:cNvSpPr>
              <p:nvPr/>
            </p:nvSpPr>
            <p:spPr bwMode="auto">
              <a:xfrm>
                <a:off x="3138" y="1071"/>
                <a:ext cx="2175" cy="1842"/>
              </a:xfrm>
              <a:prstGeom prst="rect">
                <a:avLst/>
              </a:prstGeom>
              <a:solidFill>
                <a:srgbClr val="F0F0F0"/>
              </a:solidFill>
              <a:ln w="4763">
                <a:solidFill>
                  <a:srgbClr val="000000"/>
                </a:solidFill>
                <a:miter lim="800000"/>
                <a:headEnd/>
                <a:tailEnd/>
              </a:ln>
            </p:spPr>
            <p:txBody>
              <a:bodyPr/>
              <a:lstStyle/>
              <a:p>
                <a:endParaRPr lang="nl-NL"/>
              </a:p>
            </p:txBody>
          </p:sp>
          <p:sp>
            <p:nvSpPr>
              <p:cNvPr id="31930" name="Line 10"/>
              <p:cNvSpPr>
                <a:spLocks noChangeShapeType="1"/>
              </p:cNvSpPr>
              <p:nvPr/>
            </p:nvSpPr>
            <p:spPr bwMode="auto">
              <a:xfrm>
                <a:off x="3138" y="2913"/>
                <a:ext cx="2175" cy="1"/>
              </a:xfrm>
              <a:prstGeom prst="line">
                <a:avLst/>
              </a:prstGeom>
              <a:noFill/>
              <a:ln w="47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31" name="Line 11"/>
              <p:cNvSpPr>
                <a:spLocks noChangeShapeType="1"/>
              </p:cNvSpPr>
              <p:nvPr/>
            </p:nvSpPr>
            <p:spPr bwMode="auto">
              <a:xfrm>
                <a:off x="3247" y="2913"/>
                <a:ext cx="1" cy="32"/>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32" name="Line 12"/>
              <p:cNvSpPr>
                <a:spLocks noChangeShapeType="1"/>
              </p:cNvSpPr>
              <p:nvPr/>
            </p:nvSpPr>
            <p:spPr bwMode="auto">
              <a:xfrm>
                <a:off x="3736" y="2913"/>
                <a:ext cx="1" cy="32"/>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33" name="Line 13"/>
              <p:cNvSpPr>
                <a:spLocks noChangeShapeType="1"/>
              </p:cNvSpPr>
              <p:nvPr/>
            </p:nvSpPr>
            <p:spPr bwMode="auto">
              <a:xfrm>
                <a:off x="4226" y="2913"/>
                <a:ext cx="1" cy="32"/>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34" name="Line 14"/>
              <p:cNvSpPr>
                <a:spLocks noChangeShapeType="1"/>
              </p:cNvSpPr>
              <p:nvPr/>
            </p:nvSpPr>
            <p:spPr bwMode="auto">
              <a:xfrm>
                <a:off x="4715" y="2913"/>
                <a:ext cx="1" cy="32"/>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35" name="Line 15"/>
              <p:cNvSpPr>
                <a:spLocks noChangeShapeType="1"/>
              </p:cNvSpPr>
              <p:nvPr/>
            </p:nvSpPr>
            <p:spPr bwMode="auto">
              <a:xfrm>
                <a:off x="5204" y="2913"/>
                <a:ext cx="1" cy="32"/>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36" name="Line 16"/>
              <p:cNvSpPr>
                <a:spLocks noChangeShapeType="1"/>
              </p:cNvSpPr>
              <p:nvPr/>
            </p:nvSpPr>
            <p:spPr bwMode="auto">
              <a:xfrm flipV="1">
                <a:off x="3138" y="1071"/>
                <a:ext cx="1" cy="1842"/>
              </a:xfrm>
              <a:prstGeom prst="line">
                <a:avLst/>
              </a:prstGeom>
              <a:noFill/>
              <a:ln w="4763">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37" name="Line 17"/>
              <p:cNvSpPr>
                <a:spLocks noChangeShapeType="1"/>
              </p:cNvSpPr>
              <p:nvPr/>
            </p:nvSpPr>
            <p:spPr bwMode="auto">
              <a:xfrm flipH="1">
                <a:off x="3106" y="2821"/>
                <a:ext cx="32"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38" name="Line 18"/>
              <p:cNvSpPr>
                <a:spLocks noChangeShapeType="1"/>
              </p:cNvSpPr>
              <p:nvPr/>
            </p:nvSpPr>
            <p:spPr bwMode="auto">
              <a:xfrm flipH="1">
                <a:off x="3106" y="2584"/>
                <a:ext cx="32"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39" name="Line 19"/>
              <p:cNvSpPr>
                <a:spLocks noChangeShapeType="1"/>
              </p:cNvSpPr>
              <p:nvPr/>
            </p:nvSpPr>
            <p:spPr bwMode="auto">
              <a:xfrm flipH="1">
                <a:off x="3106" y="2347"/>
                <a:ext cx="32"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40" name="Line 20"/>
              <p:cNvSpPr>
                <a:spLocks noChangeShapeType="1"/>
              </p:cNvSpPr>
              <p:nvPr/>
            </p:nvSpPr>
            <p:spPr bwMode="auto">
              <a:xfrm flipH="1">
                <a:off x="3106" y="2110"/>
                <a:ext cx="32"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41" name="Line 21"/>
              <p:cNvSpPr>
                <a:spLocks noChangeShapeType="1"/>
              </p:cNvSpPr>
              <p:nvPr/>
            </p:nvSpPr>
            <p:spPr bwMode="auto">
              <a:xfrm flipH="1">
                <a:off x="3106" y="1873"/>
                <a:ext cx="32"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42" name="Line 22"/>
              <p:cNvSpPr>
                <a:spLocks noChangeShapeType="1"/>
              </p:cNvSpPr>
              <p:nvPr/>
            </p:nvSpPr>
            <p:spPr bwMode="auto">
              <a:xfrm flipH="1">
                <a:off x="3106" y="1637"/>
                <a:ext cx="32"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43" name="Line 23"/>
              <p:cNvSpPr>
                <a:spLocks noChangeShapeType="1"/>
              </p:cNvSpPr>
              <p:nvPr/>
            </p:nvSpPr>
            <p:spPr bwMode="auto">
              <a:xfrm flipH="1">
                <a:off x="3106" y="1400"/>
                <a:ext cx="32"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44" name="Rectangle 24"/>
              <p:cNvSpPr>
                <a:spLocks noChangeArrowheads="1"/>
              </p:cNvSpPr>
              <p:nvPr/>
            </p:nvSpPr>
            <p:spPr bwMode="auto">
              <a:xfrm>
                <a:off x="3052" y="1139"/>
                <a:ext cx="4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nl-NL" sz="500">
                    <a:solidFill>
                      <a:srgbClr val="000000"/>
                    </a:solidFill>
                  </a:rPr>
                  <a:t>90</a:t>
                </a:r>
                <a:endParaRPr lang="nl-NL"/>
              </a:p>
            </p:txBody>
          </p:sp>
          <p:sp>
            <p:nvSpPr>
              <p:cNvPr id="31945" name="Rectangle 25"/>
              <p:cNvSpPr>
                <a:spLocks noChangeArrowheads="1"/>
              </p:cNvSpPr>
              <p:nvPr/>
            </p:nvSpPr>
            <p:spPr bwMode="auto">
              <a:xfrm>
                <a:off x="3052" y="1376"/>
                <a:ext cx="4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nl-NL" sz="500">
                    <a:solidFill>
                      <a:srgbClr val="000000"/>
                    </a:solidFill>
                  </a:rPr>
                  <a:t>80</a:t>
                </a:r>
                <a:endParaRPr lang="nl-NL"/>
              </a:p>
            </p:txBody>
          </p:sp>
          <p:sp>
            <p:nvSpPr>
              <p:cNvPr id="31946" name="Rectangle 26"/>
              <p:cNvSpPr>
                <a:spLocks noChangeArrowheads="1"/>
              </p:cNvSpPr>
              <p:nvPr/>
            </p:nvSpPr>
            <p:spPr bwMode="auto">
              <a:xfrm>
                <a:off x="3052" y="1612"/>
                <a:ext cx="4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nl-NL" sz="500">
                    <a:solidFill>
                      <a:srgbClr val="000000"/>
                    </a:solidFill>
                  </a:rPr>
                  <a:t>70</a:t>
                </a:r>
                <a:endParaRPr lang="nl-NL"/>
              </a:p>
            </p:txBody>
          </p:sp>
          <p:sp>
            <p:nvSpPr>
              <p:cNvPr id="31947" name="Rectangle 27"/>
              <p:cNvSpPr>
                <a:spLocks noChangeArrowheads="1"/>
              </p:cNvSpPr>
              <p:nvPr/>
            </p:nvSpPr>
            <p:spPr bwMode="auto">
              <a:xfrm>
                <a:off x="3052" y="1849"/>
                <a:ext cx="4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nl-NL" sz="500">
                    <a:solidFill>
                      <a:srgbClr val="000000"/>
                    </a:solidFill>
                  </a:rPr>
                  <a:t>60</a:t>
                </a:r>
                <a:endParaRPr lang="nl-NL"/>
              </a:p>
            </p:txBody>
          </p:sp>
          <p:sp>
            <p:nvSpPr>
              <p:cNvPr id="31948" name="Rectangle 28"/>
              <p:cNvSpPr>
                <a:spLocks noChangeArrowheads="1"/>
              </p:cNvSpPr>
              <p:nvPr/>
            </p:nvSpPr>
            <p:spPr bwMode="auto">
              <a:xfrm>
                <a:off x="3052" y="2086"/>
                <a:ext cx="4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nl-NL" sz="500">
                    <a:solidFill>
                      <a:srgbClr val="000000"/>
                    </a:solidFill>
                  </a:rPr>
                  <a:t>50</a:t>
                </a:r>
                <a:endParaRPr lang="nl-NL"/>
              </a:p>
            </p:txBody>
          </p:sp>
          <p:sp>
            <p:nvSpPr>
              <p:cNvPr id="31949" name="Rectangle 29"/>
              <p:cNvSpPr>
                <a:spLocks noChangeArrowheads="1"/>
              </p:cNvSpPr>
              <p:nvPr/>
            </p:nvSpPr>
            <p:spPr bwMode="auto">
              <a:xfrm>
                <a:off x="3050" y="2323"/>
                <a:ext cx="4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nl-NL" sz="500">
                    <a:solidFill>
                      <a:srgbClr val="000000"/>
                    </a:solidFill>
                  </a:rPr>
                  <a:t>40</a:t>
                </a:r>
                <a:endParaRPr lang="nl-NL"/>
              </a:p>
            </p:txBody>
          </p:sp>
          <p:sp>
            <p:nvSpPr>
              <p:cNvPr id="31950" name="Rectangle 30"/>
              <p:cNvSpPr>
                <a:spLocks noChangeArrowheads="1"/>
              </p:cNvSpPr>
              <p:nvPr/>
            </p:nvSpPr>
            <p:spPr bwMode="auto">
              <a:xfrm>
                <a:off x="3052" y="2560"/>
                <a:ext cx="4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nl-NL" sz="500">
                    <a:solidFill>
                      <a:srgbClr val="000000"/>
                    </a:solidFill>
                  </a:rPr>
                  <a:t>30</a:t>
                </a:r>
                <a:endParaRPr lang="nl-NL"/>
              </a:p>
            </p:txBody>
          </p:sp>
          <p:sp>
            <p:nvSpPr>
              <p:cNvPr id="31951" name="Rectangle 31"/>
              <p:cNvSpPr>
                <a:spLocks noChangeArrowheads="1"/>
              </p:cNvSpPr>
              <p:nvPr/>
            </p:nvSpPr>
            <p:spPr bwMode="auto">
              <a:xfrm>
                <a:off x="3051" y="2796"/>
                <a:ext cx="40" cy="4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nl-NL" sz="500">
                    <a:solidFill>
                      <a:srgbClr val="000000"/>
                    </a:solidFill>
                  </a:rPr>
                  <a:t>20</a:t>
                </a:r>
                <a:endParaRPr lang="nl-NL"/>
              </a:p>
            </p:txBody>
          </p:sp>
          <p:sp>
            <p:nvSpPr>
              <p:cNvPr id="31952" name="Line 32"/>
              <p:cNvSpPr>
                <a:spLocks noChangeShapeType="1"/>
              </p:cNvSpPr>
              <p:nvPr/>
            </p:nvSpPr>
            <p:spPr bwMode="auto">
              <a:xfrm flipH="1">
                <a:off x="3106" y="1163"/>
                <a:ext cx="32" cy="1"/>
              </a:xfrm>
              <a:prstGeom prst="line">
                <a:avLst/>
              </a:prstGeom>
              <a:noFill/>
              <a:ln w="7938">
                <a:solidFill>
                  <a:srgbClr val="000000"/>
                </a:solidFill>
                <a:miter lim="800000"/>
                <a:headEnd/>
                <a:tailEnd/>
              </a:ln>
              <a:extLst>
                <a:ext uri="{909E8E84-426E-40DD-AFC4-6F175D3DCCD1}">
                  <a14:hiddenFill xmlns:a14="http://schemas.microsoft.com/office/drawing/2010/main">
                    <a:noFill/>
                  </a14:hiddenFill>
                </a:ext>
              </a:extLst>
            </p:spPr>
            <p:txBody>
              <a:bodyPr/>
              <a:lstStyle/>
              <a:p>
                <a:endParaRPr lang="nl-NL"/>
              </a:p>
            </p:txBody>
          </p:sp>
          <p:sp>
            <p:nvSpPr>
              <p:cNvPr id="31953" name="Rectangle 33"/>
              <p:cNvSpPr>
                <a:spLocks noChangeArrowheads="1"/>
              </p:cNvSpPr>
              <p:nvPr/>
            </p:nvSpPr>
            <p:spPr bwMode="auto">
              <a:xfrm rot="16200000">
                <a:off x="2904" y="1962"/>
                <a:ext cx="171" cy="6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lIns="0" tIns="0" rIns="0" bIns="0">
                <a:spAutoFit/>
              </a:bodyPr>
              <a:lstStyle/>
              <a:p>
                <a:r>
                  <a:rPr lang="nl-NL" sz="700" b="1">
                    <a:solidFill>
                      <a:srgbClr val="000000"/>
                    </a:solidFill>
                  </a:rPr>
                  <a:t>Leeftijd</a:t>
                </a:r>
                <a:endParaRPr lang="nl-NL"/>
              </a:p>
            </p:txBody>
          </p:sp>
          <p:sp>
            <p:nvSpPr>
              <p:cNvPr id="31954" name="Oval 34"/>
              <p:cNvSpPr>
                <a:spLocks noChangeArrowheads="1"/>
              </p:cNvSpPr>
              <p:nvPr/>
            </p:nvSpPr>
            <p:spPr bwMode="auto">
              <a:xfrm>
                <a:off x="3239" y="2144"/>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55" name="Oval 35"/>
              <p:cNvSpPr>
                <a:spLocks noChangeArrowheads="1"/>
              </p:cNvSpPr>
              <p:nvPr/>
            </p:nvSpPr>
            <p:spPr bwMode="auto">
              <a:xfrm>
                <a:off x="3244"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56" name="Oval 36"/>
              <p:cNvSpPr>
                <a:spLocks noChangeArrowheads="1"/>
              </p:cNvSpPr>
              <p:nvPr/>
            </p:nvSpPr>
            <p:spPr bwMode="auto">
              <a:xfrm>
                <a:off x="3248" y="174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57" name="Oval 37"/>
              <p:cNvSpPr>
                <a:spLocks noChangeArrowheads="1"/>
              </p:cNvSpPr>
              <p:nvPr/>
            </p:nvSpPr>
            <p:spPr bwMode="auto">
              <a:xfrm>
                <a:off x="3253" y="252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58" name="Oval 38"/>
              <p:cNvSpPr>
                <a:spLocks noChangeArrowheads="1"/>
              </p:cNvSpPr>
              <p:nvPr/>
            </p:nvSpPr>
            <p:spPr bwMode="auto">
              <a:xfrm>
                <a:off x="3258" y="193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59" name="Oval 39"/>
              <p:cNvSpPr>
                <a:spLocks noChangeArrowheads="1"/>
              </p:cNvSpPr>
              <p:nvPr/>
            </p:nvSpPr>
            <p:spPr bwMode="auto">
              <a:xfrm>
                <a:off x="3263"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0" name="Oval 40"/>
              <p:cNvSpPr>
                <a:spLocks noChangeArrowheads="1"/>
              </p:cNvSpPr>
              <p:nvPr/>
            </p:nvSpPr>
            <p:spPr bwMode="auto">
              <a:xfrm>
                <a:off x="3268" y="228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1" name="Oval 41"/>
              <p:cNvSpPr>
                <a:spLocks noChangeArrowheads="1"/>
              </p:cNvSpPr>
              <p:nvPr/>
            </p:nvSpPr>
            <p:spPr bwMode="auto">
              <a:xfrm>
                <a:off x="3273" y="207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2" name="Oval 42"/>
              <p:cNvSpPr>
                <a:spLocks noChangeArrowheads="1"/>
              </p:cNvSpPr>
              <p:nvPr/>
            </p:nvSpPr>
            <p:spPr bwMode="auto">
              <a:xfrm>
                <a:off x="3278" y="2642"/>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3" name="Oval 43"/>
              <p:cNvSpPr>
                <a:spLocks noChangeArrowheads="1"/>
              </p:cNvSpPr>
              <p:nvPr/>
            </p:nvSpPr>
            <p:spPr bwMode="auto">
              <a:xfrm>
                <a:off x="3283" y="228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4" name="Oval 44"/>
              <p:cNvSpPr>
                <a:spLocks noChangeArrowheads="1"/>
              </p:cNvSpPr>
              <p:nvPr/>
            </p:nvSpPr>
            <p:spPr bwMode="auto">
              <a:xfrm>
                <a:off x="3288" y="2642"/>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5" name="Oval 45"/>
              <p:cNvSpPr>
                <a:spLocks noChangeArrowheads="1"/>
              </p:cNvSpPr>
              <p:nvPr/>
            </p:nvSpPr>
            <p:spPr bwMode="auto">
              <a:xfrm>
                <a:off x="3293" y="2049"/>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6" name="Oval 46"/>
              <p:cNvSpPr>
                <a:spLocks noChangeArrowheads="1"/>
              </p:cNvSpPr>
              <p:nvPr/>
            </p:nvSpPr>
            <p:spPr bwMode="auto">
              <a:xfrm>
                <a:off x="3297" y="252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7" name="Oval 47"/>
              <p:cNvSpPr>
                <a:spLocks noChangeArrowheads="1"/>
              </p:cNvSpPr>
              <p:nvPr/>
            </p:nvSpPr>
            <p:spPr bwMode="auto">
              <a:xfrm>
                <a:off x="3302"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8" name="Oval 48"/>
              <p:cNvSpPr>
                <a:spLocks noChangeArrowheads="1"/>
              </p:cNvSpPr>
              <p:nvPr/>
            </p:nvSpPr>
            <p:spPr bwMode="auto">
              <a:xfrm>
                <a:off x="3307" y="200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69" name="Oval 49"/>
              <p:cNvSpPr>
                <a:spLocks noChangeArrowheads="1"/>
              </p:cNvSpPr>
              <p:nvPr/>
            </p:nvSpPr>
            <p:spPr bwMode="auto">
              <a:xfrm>
                <a:off x="3312" y="264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0" name="Oval 50"/>
              <p:cNvSpPr>
                <a:spLocks noChangeArrowheads="1"/>
              </p:cNvSpPr>
              <p:nvPr/>
            </p:nvSpPr>
            <p:spPr bwMode="auto">
              <a:xfrm>
                <a:off x="3317" y="2713"/>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1" name="Oval 51"/>
              <p:cNvSpPr>
                <a:spLocks noChangeArrowheads="1"/>
              </p:cNvSpPr>
              <p:nvPr/>
            </p:nvSpPr>
            <p:spPr bwMode="auto">
              <a:xfrm>
                <a:off x="3322" y="2049"/>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2" name="Oval 52"/>
              <p:cNvSpPr>
                <a:spLocks noChangeArrowheads="1"/>
              </p:cNvSpPr>
              <p:nvPr/>
            </p:nvSpPr>
            <p:spPr bwMode="auto">
              <a:xfrm>
                <a:off x="3327" y="2215"/>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3" name="Oval 53"/>
              <p:cNvSpPr>
                <a:spLocks noChangeArrowheads="1"/>
              </p:cNvSpPr>
              <p:nvPr/>
            </p:nvSpPr>
            <p:spPr bwMode="auto">
              <a:xfrm>
                <a:off x="3332" y="1458"/>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4" name="Oval 54"/>
              <p:cNvSpPr>
                <a:spLocks noChangeArrowheads="1"/>
              </p:cNvSpPr>
              <p:nvPr/>
            </p:nvSpPr>
            <p:spPr bwMode="auto">
              <a:xfrm>
                <a:off x="3336" y="2049"/>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5" name="Oval 55"/>
              <p:cNvSpPr>
                <a:spLocks noChangeArrowheads="1"/>
              </p:cNvSpPr>
              <p:nvPr/>
            </p:nvSpPr>
            <p:spPr bwMode="auto">
              <a:xfrm>
                <a:off x="3341" y="157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6" name="Oval 56"/>
              <p:cNvSpPr>
                <a:spLocks noChangeArrowheads="1"/>
              </p:cNvSpPr>
              <p:nvPr/>
            </p:nvSpPr>
            <p:spPr bwMode="auto">
              <a:xfrm>
                <a:off x="3346" y="183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7" name="Oval 57"/>
              <p:cNvSpPr>
                <a:spLocks noChangeArrowheads="1"/>
              </p:cNvSpPr>
              <p:nvPr/>
            </p:nvSpPr>
            <p:spPr bwMode="auto">
              <a:xfrm>
                <a:off x="3351" y="164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8" name="Oval 58"/>
              <p:cNvSpPr>
                <a:spLocks noChangeArrowheads="1"/>
              </p:cNvSpPr>
              <p:nvPr/>
            </p:nvSpPr>
            <p:spPr bwMode="auto">
              <a:xfrm>
                <a:off x="3356" y="212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79" name="Oval 59"/>
              <p:cNvSpPr>
                <a:spLocks noChangeArrowheads="1"/>
              </p:cNvSpPr>
              <p:nvPr/>
            </p:nvSpPr>
            <p:spPr bwMode="auto">
              <a:xfrm>
                <a:off x="3361" y="2144"/>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0" name="Oval 60"/>
              <p:cNvSpPr>
                <a:spLocks noChangeArrowheads="1"/>
              </p:cNvSpPr>
              <p:nvPr/>
            </p:nvSpPr>
            <p:spPr bwMode="auto">
              <a:xfrm>
                <a:off x="3366" y="2097"/>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1" name="Oval 61"/>
              <p:cNvSpPr>
                <a:spLocks noChangeArrowheads="1"/>
              </p:cNvSpPr>
              <p:nvPr/>
            </p:nvSpPr>
            <p:spPr bwMode="auto">
              <a:xfrm>
                <a:off x="3371" y="1694"/>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2" name="Oval 62"/>
              <p:cNvSpPr>
                <a:spLocks noChangeArrowheads="1"/>
              </p:cNvSpPr>
              <p:nvPr/>
            </p:nvSpPr>
            <p:spPr bwMode="auto">
              <a:xfrm>
                <a:off x="3376" y="1813"/>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3" name="Oval 63"/>
              <p:cNvSpPr>
                <a:spLocks noChangeArrowheads="1"/>
              </p:cNvSpPr>
              <p:nvPr/>
            </p:nvSpPr>
            <p:spPr bwMode="auto">
              <a:xfrm>
                <a:off x="3381" y="171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4" name="Oval 64"/>
              <p:cNvSpPr>
                <a:spLocks noChangeArrowheads="1"/>
              </p:cNvSpPr>
              <p:nvPr/>
            </p:nvSpPr>
            <p:spPr bwMode="auto">
              <a:xfrm>
                <a:off x="3385" y="1339"/>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5" name="Oval 65"/>
              <p:cNvSpPr>
                <a:spLocks noChangeArrowheads="1"/>
              </p:cNvSpPr>
              <p:nvPr/>
            </p:nvSpPr>
            <p:spPr bwMode="auto">
              <a:xfrm>
                <a:off x="3390" y="264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6" name="Oval 66"/>
              <p:cNvSpPr>
                <a:spLocks noChangeArrowheads="1"/>
              </p:cNvSpPr>
              <p:nvPr/>
            </p:nvSpPr>
            <p:spPr bwMode="auto">
              <a:xfrm>
                <a:off x="3395" y="254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7" name="Oval 67"/>
              <p:cNvSpPr>
                <a:spLocks noChangeArrowheads="1"/>
              </p:cNvSpPr>
              <p:nvPr/>
            </p:nvSpPr>
            <p:spPr bwMode="auto">
              <a:xfrm>
                <a:off x="3400" y="235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8" name="Oval 68"/>
              <p:cNvSpPr>
                <a:spLocks noChangeArrowheads="1"/>
              </p:cNvSpPr>
              <p:nvPr/>
            </p:nvSpPr>
            <p:spPr bwMode="auto">
              <a:xfrm>
                <a:off x="3405" y="245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89" name="Oval 69"/>
              <p:cNvSpPr>
                <a:spLocks noChangeArrowheads="1"/>
              </p:cNvSpPr>
              <p:nvPr/>
            </p:nvSpPr>
            <p:spPr bwMode="auto">
              <a:xfrm>
                <a:off x="3410" y="2594"/>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0" name="Oval 70"/>
              <p:cNvSpPr>
                <a:spLocks noChangeArrowheads="1"/>
              </p:cNvSpPr>
              <p:nvPr/>
            </p:nvSpPr>
            <p:spPr bwMode="auto">
              <a:xfrm>
                <a:off x="3415" y="2239"/>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1" name="Oval 71"/>
              <p:cNvSpPr>
                <a:spLocks noChangeArrowheads="1"/>
              </p:cNvSpPr>
              <p:nvPr/>
            </p:nvSpPr>
            <p:spPr bwMode="auto">
              <a:xfrm>
                <a:off x="3420" y="126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2" name="Oval 72"/>
              <p:cNvSpPr>
                <a:spLocks noChangeArrowheads="1"/>
              </p:cNvSpPr>
              <p:nvPr/>
            </p:nvSpPr>
            <p:spPr bwMode="auto">
              <a:xfrm>
                <a:off x="3425" y="2429"/>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3" name="Oval 73"/>
              <p:cNvSpPr>
                <a:spLocks noChangeArrowheads="1"/>
              </p:cNvSpPr>
              <p:nvPr/>
            </p:nvSpPr>
            <p:spPr bwMode="auto">
              <a:xfrm>
                <a:off x="3430" y="261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4" name="Oval 74"/>
              <p:cNvSpPr>
                <a:spLocks noChangeArrowheads="1"/>
              </p:cNvSpPr>
              <p:nvPr/>
            </p:nvSpPr>
            <p:spPr bwMode="auto">
              <a:xfrm>
                <a:off x="3434" y="2618"/>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5" name="Oval 75"/>
              <p:cNvSpPr>
                <a:spLocks noChangeArrowheads="1"/>
              </p:cNvSpPr>
              <p:nvPr/>
            </p:nvSpPr>
            <p:spPr bwMode="auto">
              <a:xfrm>
                <a:off x="3439" y="155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6" name="Oval 76"/>
              <p:cNvSpPr>
                <a:spLocks noChangeArrowheads="1"/>
              </p:cNvSpPr>
              <p:nvPr/>
            </p:nvSpPr>
            <p:spPr bwMode="auto">
              <a:xfrm>
                <a:off x="3444" y="254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7" name="Oval 77"/>
              <p:cNvSpPr>
                <a:spLocks noChangeArrowheads="1"/>
              </p:cNvSpPr>
              <p:nvPr/>
            </p:nvSpPr>
            <p:spPr bwMode="auto">
              <a:xfrm>
                <a:off x="3449" y="186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8" name="Oval 78"/>
              <p:cNvSpPr>
                <a:spLocks noChangeArrowheads="1"/>
              </p:cNvSpPr>
              <p:nvPr/>
            </p:nvSpPr>
            <p:spPr bwMode="auto">
              <a:xfrm>
                <a:off x="3454" y="136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99" name="Oval 79"/>
              <p:cNvSpPr>
                <a:spLocks noChangeArrowheads="1"/>
              </p:cNvSpPr>
              <p:nvPr/>
            </p:nvSpPr>
            <p:spPr bwMode="auto">
              <a:xfrm>
                <a:off x="3459" y="1813"/>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0" name="Oval 80"/>
              <p:cNvSpPr>
                <a:spLocks noChangeArrowheads="1"/>
              </p:cNvSpPr>
              <p:nvPr/>
            </p:nvSpPr>
            <p:spPr bwMode="auto">
              <a:xfrm>
                <a:off x="3464" y="2049"/>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1" name="Oval 81"/>
              <p:cNvSpPr>
                <a:spLocks noChangeArrowheads="1"/>
              </p:cNvSpPr>
              <p:nvPr/>
            </p:nvSpPr>
            <p:spPr bwMode="auto">
              <a:xfrm>
                <a:off x="3469" y="2239"/>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2" name="Oval 82"/>
              <p:cNvSpPr>
                <a:spLocks noChangeArrowheads="1"/>
              </p:cNvSpPr>
              <p:nvPr/>
            </p:nvSpPr>
            <p:spPr bwMode="auto">
              <a:xfrm>
                <a:off x="3474" y="197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3" name="Oval 83"/>
              <p:cNvSpPr>
                <a:spLocks noChangeArrowheads="1"/>
              </p:cNvSpPr>
              <p:nvPr/>
            </p:nvSpPr>
            <p:spPr bwMode="auto">
              <a:xfrm>
                <a:off x="3478" y="181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4" name="Oval 84"/>
              <p:cNvSpPr>
                <a:spLocks noChangeArrowheads="1"/>
              </p:cNvSpPr>
              <p:nvPr/>
            </p:nvSpPr>
            <p:spPr bwMode="auto">
              <a:xfrm>
                <a:off x="3483" y="1718"/>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5" name="Oval 85"/>
              <p:cNvSpPr>
                <a:spLocks noChangeArrowheads="1"/>
              </p:cNvSpPr>
              <p:nvPr/>
            </p:nvSpPr>
            <p:spPr bwMode="auto">
              <a:xfrm>
                <a:off x="3488" y="2097"/>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6" name="Oval 86"/>
              <p:cNvSpPr>
                <a:spLocks noChangeArrowheads="1"/>
              </p:cNvSpPr>
              <p:nvPr/>
            </p:nvSpPr>
            <p:spPr bwMode="auto">
              <a:xfrm>
                <a:off x="3493" y="200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7" name="Oval 87"/>
              <p:cNvSpPr>
                <a:spLocks noChangeArrowheads="1"/>
              </p:cNvSpPr>
              <p:nvPr/>
            </p:nvSpPr>
            <p:spPr bwMode="auto">
              <a:xfrm>
                <a:off x="3498" y="2476"/>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8" name="Oval 88"/>
              <p:cNvSpPr>
                <a:spLocks noChangeArrowheads="1"/>
              </p:cNvSpPr>
              <p:nvPr/>
            </p:nvSpPr>
            <p:spPr bwMode="auto">
              <a:xfrm>
                <a:off x="3503" y="226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09" name="Oval 89"/>
              <p:cNvSpPr>
                <a:spLocks noChangeArrowheads="1"/>
              </p:cNvSpPr>
              <p:nvPr/>
            </p:nvSpPr>
            <p:spPr bwMode="auto">
              <a:xfrm>
                <a:off x="3508" y="200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0" name="Oval 90"/>
              <p:cNvSpPr>
                <a:spLocks noChangeArrowheads="1"/>
              </p:cNvSpPr>
              <p:nvPr/>
            </p:nvSpPr>
            <p:spPr bwMode="auto">
              <a:xfrm>
                <a:off x="3513" y="1789"/>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1" name="Oval 91"/>
              <p:cNvSpPr>
                <a:spLocks noChangeArrowheads="1"/>
              </p:cNvSpPr>
              <p:nvPr/>
            </p:nvSpPr>
            <p:spPr bwMode="auto">
              <a:xfrm>
                <a:off x="3518" y="254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2" name="Oval 92"/>
              <p:cNvSpPr>
                <a:spLocks noChangeArrowheads="1"/>
              </p:cNvSpPr>
              <p:nvPr/>
            </p:nvSpPr>
            <p:spPr bwMode="auto">
              <a:xfrm>
                <a:off x="3523" y="245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3" name="Oval 93"/>
              <p:cNvSpPr>
                <a:spLocks noChangeArrowheads="1"/>
              </p:cNvSpPr>
              <p:nvPr/>
            </p:nvSpPr>
            <p:spPr bwMode="auto">
              <a:xfrm>
                <a:off x="3527" y="2500"/>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4" name="Oval 94"/>
              <p:cNvSpPr>
                <a:spLocks noChangeArrowheads="1"/>
              </p:cNvSpPr>
              <p:nvPr/>
            </p:nvSpPr>
            <p:spPr bwMode="auto">
              <a:xfrm>
                <a:off x="3532" y="193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5" name="Oval 95"/>
              <p:cNvSpPr>
                <a:spLocks noChangeArrowheads="1"/>
              </p:cNvSpPr>
              <p:nvPr/>
            </p:nvSpPr>
            <p:spPr bwMode="auto">
              <a:xfrm>
                <a:off x="3537" y="174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6" name="Oval 96"/>
              <p:cNvSpPr>
                <a:spLocks noChangeArrowheads="1"/>
              </p:cNvSpPr>
              <p:nvPr/>
            </p:nvSpPr>
            <p:spPr bwMode="auto">
              <a:xfrm>
                <a:off x="3542" y="219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7" name="Oval 97"/>
              <p:cNvSpPr>
                <a:spLocks noChangeArrowheads="1"/>
              </p:cNvSpPr>
              <p:nvPr/>
            </p:nvSpPr>
            <p:spPr bwMode="auto">
              <a:xfrm>
                <a:off x="3547" y="2310"/>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8" name="Oval 98"/>
              <p:cNvSpPr>
                <a:spLocks noChangeArrowheads="1"/>
              </p:cNvSpPr>
              <p:nvPr/>
            </p:nvSpPr>
            <p:spPr bwMode="auto">
              <a:xfrm>
                <a:off x="3552" y="2429"/>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19" name="Oval 99"/>
              <p:cNvSpPr>
                <a:spLocks noChangeArrowheads="1"/>
              </p:cNvSpPr>
              <p:nvPr/>
            </p:nvSpPr>
            <p:spPr bwMode="auto">
              <a:xfrm>
                <a:off x="3557"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0" name="Oval 100"/>
              <p:cNvSpPr>
                <a:spLocks noChangeArrowheads="1"/>
              </p:cNvSpPr>
              <p:nvPr/>
            </p:nvSpPr>
            <p:spPr bwMode="auto">
              <a:xfrm>
                <a:off x="3562" y="2192"/>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1" name="Oval 101"/>
              <p:cNvSpPr>
                <a:spLocks noChangeArrowheads="1"/>
              </p:cNvSpPr>
              <p:nvPr/>
            </p:nvSpPr>
            <p:spPr bwMode="auto">
              <a:xfrm>
                <a:off x="3566" y="1339"/>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2" name="Oval 102"/>
              <p:cNvSpPr>
                <a:spLocks noChangeArrowheads="1"/>
              </p:cNvSpPr>
              <p:nvPr/>
            </p:nvSpPr>
            <p:spPr bwMode="auto">
              <a:xfrm>
                <a:off x="3571" y="16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3" name="Oval 103"/>
              <p:cNvSpPr>
                <a:spLocks noChangeArrowheads="1"/>
              </p:cNvSpPr>
              <p:nvPr/>
            </p:nvSpPr>
            <p:spPr bwMode="auto">
              <a:xfrm>
                <a:off x="3576" y="1197"/>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4" name="Oval 104"/>
              <p:cNvSpPr>
                <a:spLocks noChangeArrowheads="1"/>
              </p:cNvSpPr>
              <p:nvPr/>
            </p:nvSpPr>
            <p:spPr bwMode="auto">
              <a:xfrm>
                <a:off x="3581" y="1718"/>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5" name="Oval 105"/>
              <p:cNvSpPr>
                <a:spLocks noChangeArrowheads="1"/>
              </p:cNvSpPr>
              <p:nvPr/>
            </p:nvSpPr>
            <p:spPr bwMode="auto">
              <a:xfrm>
                <a:off x="3586" y="1978"/>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6" name="Oval 106"/>
              <p:cNvSpPr>
                <a:spLocks noChangeArrowheads="1"/>
              </p:cNvSpPr>
              <p:nvPr/>
            </p:nvSpPr>
            <p:spPr bwMode="auto">
              <a:xfrm>
                <a:off x="3591" y="186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7" name="Oval 107"/>
              <p:cNvSpPr>
                <a:spLocks noChangeArrowheads="1"/>
              </p:cNvSpPr>
              <p:nvPr/>
            </p:nvSpPr>
            <p:spPr bwMode="auto">
              <a:xfrm>
                <a:off x="3596" y="2594"/>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8" name="Oval 108"/>
              <p:cNvSpPr>
                <a:spLocks noChangeArrowheads="1"/>
              </p:cNvSpPr>
              <p:nvPr/>
            </p:nvSpPr>
            <p:spPr bwMode="auto">
              <a:xfrm>
                <a:off x="3601" y="2405"/>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29" name="Oval 109"/>
              <p:cNvSpPr>
                <a:spLocks noChangeArrowheads="1"/>
              </p:cNvSpPr>
              <p:nvPr/>
            </p:nvSpPr>
            <p:spPr bwMode="auto">
              <a:xfrm>
                <a:off x="3606"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0" name="Oval 110"/>
              <p:cNvSpPr>
                <a:spLocks noChangeArrowheads="1"/>
              </p:cNvSpPr>
              <p:nvPr/>
            </p:nvSpPr>
            <p:spPr bwMode="auto">
              <a:xfrm>
                <a:off x="3611" y="1860"/>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1" name="Oval 111"/>
              <p:cNvSpPr>
                <a:spLocks noChangeArrowheads="1"/>
              </p:cNvSpPr>
              <p:nvPr/>
            </p:nvSpPr>
            <p:spPr bwMode="auto">
              <a:xfrm>
                <a:off x="3615" y="228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2" name="Oval 112"/>
              <p:cNvSpPr>
                <a:spLocks noChangeArrowheads="1"/>
              </p:cNvSpPr>
              <p:nvPr/>
            </p:nvSpPr>
            <p:spPr bwMode="auto">
              <a:xfrm>
                <a:off x="3620" y="200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3" name="Oval 113"/>
              <p:cNvSpPr>
                <a:spLocks noChangeArrowheads="1"/>
              </p:cNvSpPr>
              <p:nvPr/>
            </p:nvSpPr>
            <p:spPr bwMode="auto">
              <a:xfrm>
                <a:off x="3625" y="2144"/>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4" name="Oval 114"/>
              <p:cNvSpPr>
                <a:spLocks noChangeArrowheads="1"/>
              </p:cNvSpPr>
              <p:nvPr/>
            </p:nvSpPr>
            <p:spPr bwMode="auto">
              <a:xfrm>
                <a:off x="3630" y="212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5" name="Oval 115"/>
              <p:cNvSpPr>
                <a:spLocks noChangeArrowheads="1"/>
              </p:cNvSpPr>
              <p:nvPr/>
            </p:nvSpPr>
            <p:spPr bwMode="auto">
              <a:xfrm>
                <a:off x="3635" y="2618"/>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6" name="Oval 116"/>
              <p:cNvSpPr>
                <a:spLocks noChangeArrowheads="1"/>
              </p:cNvSpPr>
              <p:nvPr/>
            </p:nvSpPr>
            <p:spPr bwMode="auto">
              <a:xfrm>
                <a:off x="3640" y="162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7" name="Oval 117"/>
              <p:cNvSpPr>
                <a:spLocks noChangeArrowheads="1"/>
              </p:cNvSpPr>
              <p:nvPr/>
            </p:nvSpPr>
            <p:spPr bwMode="auto">
              <a:xfrm>
                <a:off x="3645" y="1860"/>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8" name="Oval 118"/>
              <p:cNvSpPr>
                <a:spLocks noChangeArrowheads="1"/>
              </p:cNvSpPr>
              <p:nvPr/>
            </p:nvSpPr>
            <p:spPr bwMode="auto">
              <a:xfrm>
                <a:off x="3650" y="2215"/>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39" name="Oval 119"/>
              <p:cNvSpPr>
                <a:spLocks noChangeArrowheads="1"/>
              </p:cNvSpPr>
              <p:nvPr/>
            </p:nvSpPr>
            <p:spPr bwMode="auto">
              <a:xfrm>
                <a:off x="3655" y="2144"/>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0" name="Oval 120"/>
              <p:cNvSpPr>
                <a:spLocks noChangeArrowheads="1"/>
              </p:cNvSpPr>
              <p:nvPr/>
            </p:nvSpPr>
            <p:spPr bwMode="auto">
              <a:xfrm>
                <a:off x="3660" y="1671"/>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1" name="Oval 121"/>
              <p:cNvSpPr>
                <a:spLocks noChangeArrowheads="1"/>
              </p:cNvSpPr>
              <p:nvPr/>
            </p:nvSpPr>
            <p:spPr bwMode="auto">
              <a:xfrm>
                <a:off x="3664" y="212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2" name="Oval 122"/>
              <p:cNvSpPr>
                <a:spLocks noChangeArrowheads="1"/>
              </p:cNvSpPr>
              <p:nvPr/>
            </p:nvSpPr>
            <p:spPr bwMode="auto">
              <a:xfrm>
                <a:off x="3669" y="2476"/>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3" name="Oval 123"/>
              <p:cNvSpPr>
                <a:spLocks noChangeArrowheads="1"/>
              </p:cNvSpPr>
              <p:nvPr/>
            </p:nvSpPr>
            <p:spPr bwMode="auto">
              <a:xfrm>
                <a:off x="3674" y="2144"/>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4" name="Oval 124"/>
              <p:cNvSpPr>
                <a:spLocks noChangeArrowheads="1"/>
              </p:cNvSpPr>
              <p:nvPr/>
            </p:nvSpPr>
            <p:spPr bwMode="auto">
              <a:xfrm>
                <a:off x="3679" y="2405"/>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5" name="Oval 125"/>
              <p:cNvSpPr>
                <a:spLocks noChangeArrowheads="1"/>
              </p:cNvSpPr>
              <p:nvPr/>
            </p:nvSpPr>
            <p:spPr bwMode="auto">
              <a:xfrm>
                <a:off x="3684" y="1765"/>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6" name="Oval 126"/>
              <p:cNvSpPr>
                <a:spLocks noChangeArrowheads="1"/>
              </p:cNvSpPr>
              <p:nvPr/>
            </p:nvSpPr>
            <p:spPr bwMode="auto">
              <a:xfrm>
                <a:off x="3689" y="2073"/>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7" name="Oval 127"/>
              <p:cNvSpPr>
                <a:spLocks noChangeArrowheads="1"/>
              </p:cNvSpPr>
              <p:nvPr/>
            </p:nvSpPr>
            <p:spPr bwMode="auto">
              <a:xfrm>
                <a:off x="3694" y="2121"/>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8" name="Oval 128"/>
              <p:cNvSpPr>
                <a:spLocks noChangeArrowheads="1"/>
              </p:cNvSpPr>
              <p:nvPr/>
            </p:nvSpPr>
            <p:spPr bwMode="auto">
              <a:xfrm>
                <a:off x="3699" y="2215"/>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49" name="Oval 129"/>
              <p:cNvSpPr>
                <a:spLocks noChangeArrowheads="1"/>
              </p:cNvSpPr>
              <p:nvPr/>
            </p:nvSpPr>
            <p:spPr bwMode="auto">
              <a:xfrm>
                <a:off x="3703" y="1978"/>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0" name="Oval 130"/>
              <p:cNvSpPr>
                <a:spLocks noChangeArrowheads="1"/>
              </p:cNvSpPr>
              <p:nvPr/>
            </p:nvSpPr>
            <p:spPr bwMode="auto">
              <a:xfrm>
                <a:off x="3708" y="183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1" name="Oval 131"/>
              <p:cNvSpPr>
                <a:spLocks noChangeArrowheads="1"/>
              </p:cNvSpPr>
              <p:nvPr/>
            </p:nvSpPr>
            <p:spPr bwMode="auto">
              <a:xfrm>
                <a:off x="3713"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2" name="Oval 132"/>
              <p:cNvSpPr>
                <a:spLocks noChangeArrowheads="1"/>
              </p:cNvSpPr>
              <p:nvPr/>
            </p:nvSpPr>
            <p:spPr bwMode="auto">
              <a:xfrm>
                <a:off x="3718" y="2334"/>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3" name="Oval 133"/>
              <p:cNvSpPr>
                <a:spLocks noChangeArrowheads="1"/>
              </p:cNvSpPr>
              <p:nvPr/>
            </p:nvSpPr>
            <p:spPr bwMode="auto">
              <a:xfrm>
                <a:off x="3723" y="2168"/>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4" name="Oval 134"/>
              <p:cNvSpPr>
                <a:spLocks noChangeArrowheads="1"/>
              </p:cNvSpPr>
              <p:nvPr/>
            </p:nvSpPr>
            <p:spPr bwMode="auto">
              <a:xfrm>
                <a:off x="3728" y="200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5" name="Oval 135"/>
              <p:cNvSpPr>
                <a:spLocks noChangeArrowheads="1"/>
              </p:cNvSpPr>
              <p:nvPr/>
            </p:nvSpPr>
            <p:spPr bwMode="auto">
              <a:xfrm>
                <a:off x="3733" y="2310"/>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6" name="Oval 136"/>
              <p:cNvSpPr>
                <a:spLocks noChangeArrowheads="1"/>
              </p:cNvSpPr>
              <p:nvPr/>
            </p:nvSpPr>
            <p:spPr bwMode="auto">
              <a:xfrm>
                <a:off x="3738" y="2381"/>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7" name="Oval 137"/>
              <p:cNvSpPr>
                <a:spLocks noChangeArrowheads="1"/>
              </p:cNvSpPr>
              <p:nvPr/>
            </p:nvSpPr>
            <p:spPr bwMode="auto">
              <a:xfrm>
                <a:off x="3743" y="254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8" name="Oval 138"/>
              <p:cNvSpPr>
                <a:spLocks noChangeArrowheads="1"/>
              </p:cNvSpPr>
              <p:nvPr/>
            </p:nvSpPr>
            <p:spPr bwMode="auto">
              <a:xfrm>
                <a:off x="3748" y="273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59" name="Oval 139"/>
              <p:cNvSpPr>
                <a:spLocks noChangeArrowheads="1"/>
              </p:cNvSpPr>
              <p:nvPr/>
            </p:nvSpPr>
            <p:spPr bwMode="auto">
              <a:xfrm>
                <a:off x="3752" y="25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0" name="Oval 140"/>
              <p:cNvSpPr>
                <a:spLocks noChangeArrowheads="1"/>
              </p:cNvSpPr>
              <p:nvPr/>
            </p:nvSpPr>
            <p:spPr bwMode="auto">
              <a:xfrm>
                <a:off x="3757" y="252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1" name="Oval 141"/>
              <p:cNvSpPr>
                <a:spLocks noChangeArrowheads="1"/>
              </p:cNvSpPr>
              <p:nvPr/>
            </p:nvSpPr>
            <p:spPr bwMode="auto">
              <a:xfrm>
                <a:off x="3762"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2" name="Oval 142"/>
              <p:cNvSpPr>
                <a:spLocks noChangeArrowheads="1"/>
              </p:cNvSpPr>
              <p:nvPr/>
            </p:nvSpPr>
            <p:spPr bwMode="auto">
              <a:xfrm>
                <a:off x="3767" y="1765"/>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3" name="Oval 143"/>
              <p:cNvSpPr>
                <a:spLocks noChangeArrowheads="1"/>
              </p:cNvSpPr>
              <p:nvPr/>
            </p:nvSpPr>
            <p:spPr bwMode="auto">
              <a:xfrm>
                <a:off x="3772" y="264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4" name="Oval 144"/>
              <p:cNvSpPr>
                <a:spLocks noChangeArrowheads="1"/>
              </p:cNvSpPr>
              <p:nvPr/>
            </p:nvSpPr>
            <p:spPr bwMode="auto">
              <a:xfrm>
                <a:off x="3777" y="181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5" name="Oval 145"/>
              <p:cNvSpPr>
                <a:spLocks noChangeArrowheads="1"/>
              </p:cNvSpPr>
              <p:nvPr/>
            </p:nvSpPr>
            <p:spPr bwMode="auto">
              <a:xfrm>
                <a:off x="3782" y="2405"/>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6" name="Oval 146"/>
              <p:cNvSpPr>
                <a:spLocks noChangeArrowheads="1"/>
              </p:cNvSpPr>
              <p:nvPr/>
            </p:nvSpPr>
            <p:spPr bwMode="auto">
              <a:xfrm>
                <a:off x="3787" y="2310"/>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7" name="Oval 147"/>
              <p:cNvSpPr>
                <a:spLocks noChangeArrowheads="1"/>
              </p:cNvSpPr>
              <p:nvPr/>
            </p:nvSpPr>
            <p:spPr bwMode="auto">
              <a:xfrm>
                <a:off x="3792" y="2500"/>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8" name="Oval 148"/>
              <p:cNvSpPr>
                <a:spLocks noChangeArrowheads="1"/>
              </p:cNvSpPr>
              <p:nvPr/>
            </p:nvSpPr>
            <p:spPr bwMode="auto">
              <a:xfrm>
                <a:off x="3797" y="164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69" name="Oval 149"/>
              <p:cNvSpPr>
                <a:spLocks noChangeArrowheads="1"/>
              </p:cNvSpPr>
              <p:nvPr/>
            </p:nvSpPr>
            <p:spPr bwMode="auto">
              <a:xfrm>
                <a:off x="3801"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0" name="Oval 150"/>
              <p:cNvSpPr>
                <a:spLocks noChangeArrowheads="1"/>
              </p:cNvSpPr>
              <p:nvPr/>
            </p:nvSpPr>
            <p:spPr bwMode="auto">
              <a:xfrm>
                <a:off x="3806" y="16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1" name="Oval 151"/>
              <p:cNvSpPr>
                <a:spLocks noChangeArrowheads="1"/>
              </p:cNvSpPr>
              <p:nvPr/>
            </p:nvSpPr>
            <p:spPr bwMode="auto">
              <a:xfrm>
                <a:off x="3811" y="238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2" name="Oval 152"/>
              <p:cNvSpPr>
                <a:spLocks noChangeArrowheads="1"/>
              </p:cNvSpPr>
              <p:nvPr/>
            </p:nvSpPr>
            <p:spPr bwMode="auto">
              <a:xfrm>
                <a:off x="3816" y="226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3" name="Oval 153"/>
              <p:cNvSpPr>
                <a:spLocks noChangeArrowheads="1"/>
              </p:cNvSpPr>
              <p:nvPr/>
            </p:nvSpPr>
            <p:spPr bwMode="auto">
              <a:xfrm>
                <a:off x="3821" y="200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4" name="Oval 154"/>
              <p:cNvSpPr>
                <a:spLocks noChangeArrowheads="1"/>
              </p:cNvSpPr>
              <p:nvPr/>
            </p:nvSpPr>
            <p:spPr bwMode="auto">
              <a:xfrm>
                <a:off x="3826" y="235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5" name="Oval 155"/>
              <p:cNvSpPr>
                <a:spLocks noChangeArrowheads="1"/>
              </p:cNvSpPr>
              <p:nvPr/>
            </p:nvSpPr>
            <p:spPr bwMode="auto">
              <a:xfrm>
                <a:off x="3831" y="233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6" name="Oval 156"/>
              <p:cNvSpPr>
                <a:spLocks noChangeArrowheads="1"/>
              </p:cNvSpPr>
              <p:nvPr/>
            </p:nvSpPr>
            <p:spPr bwMode="auto">
              <a:xfrm>
                <a:off x="3836" y="273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7" name="Oval 157"/>
              <p:cNvSpPr>
                <a:spLocks noChangeArrowheads="1"/>
              </p:cNvSpPr>
              <p:nvPr/>
            </p:nvSpPr>
            <p:spPr bwMode="auto">
              <a:xfrm>
                <a:off x="3840" y="228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8" name="Oval 158"/>
              <p:cNvSpPr>
                <a:spLocks noChangeArrowheads="1"/>
              </p:cNvSpPr>
              <p:nvPr/>
            </p:nvSpPr>
            <p:spPr bwMode="auto">
              <a:xfrm>
                <a:off x="3845" y="264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79" name="Oval 159"/>
              <p:cNvSpPr>
                <a:spLocks noChangeArrowheads="1"/>
              </p:cNvSpPr>
              <p:nvPr/>
            </p:nvSpPr>
            <p:spPr bwMode="auto">
              <a:xfrm>
                <a:off x="3850" y="245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0" name="Oval 160"/>
              <p:cNvSpPr>
                <a:spLocks noChangeArrowheads="1"/>
              </p:cNvSpPr>
              <p:nvPr/>
            </p:nvSpPr>
            <p:spPr bwMode="auto">
              <a:xfrm>
                <a:off x="3855" y="2500"/>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1" name="Oval 161"/>
              <p:cNvSpPr>
                <a:spLocks noChangeArrowheads="1"/>
              </p:cNvSpPr>
              <p:nvPr/>
            </p:nvSpPr>
            <p:spPr bwMode="auto">
              <a:xfrm>
                <a:off x="3860" y="228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2" name="Oval 162"/>
              <p:cNvSpPr>
                <a:spLocks noChangeArrowheads="1"/>
              </p:cNvSpPr>
              <p:nvPr/>
            </p:nvSpPr>
            <p:spPr bwMode="auto">
              <a:xfrm>
                <a:off x="3865" y="235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3" name="Oval 163"/>
              <p:cNvSpPr>
                <a:spLocks noChangeArrowheads="1"/>
              </p:cNvSpPr>
              <p:nvPr/>
            </p:nvSpPr>
            <p:spPr bwMode="auto">
              <a:xfrm>
                <a:off x="3870" y="171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4" name="Oval 164"/>
              <p:cNvSpPr>
                <a:spLocks noChangeArrowheads="1"/>
              </p:cNvSpPr>
              <p:nvPr/>
            </p:nvSpPr>
            <p:spPr bwMode="auto">
              <a:xfrm>
                <a:off x="3875" y="261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5" name="Oval 165"/>
              <p:cNvSpPr>
                <a:spLocks noChangeArrowheads="1"/>
              </p:cNvSpPr>
              <p:nvPr/>
            </p:nvSpPr>
            <p:spPr bwMode="auto">
              <a:xfrm>
                <a:off x="3880" y="228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6" name="Oval 166"/>
              <p:cNvSpPr>
                <a:spLocks noChangeArrowheads="1"/>
              </p:cNvSpPr>
              <p:nvPr/>
            </p:nvSpPr>
            <p:spPr bwMode="auto">
              <a:xfrm>
                <a:off x="3885" y="2121"/>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7" name="Oval 167"/>
              <p:cNvSpPr>
                <a:spLocks noChangeArrowheads="1"/>
              </p:cNvSpPr>
              <p:nvPr/>
            </p:nvSpPr>
            <p:spPr bwMode="auto">
              <a:xfrm>
                <a:off x="3889" y="271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8" name="Oval 168"/>
              <p:cNvSpPr>
                <a:spLocks noChangeArrowheads="1"/>
              </p:cNvSpPr>
              <p:nvPr/>
            </p:nvSpPr>
            <p:spPr bwMode="auto">
              <a:xfrm>
                <a:off x="3894" y="1955"/>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89" name="Oval 169"/>
              <p:cNvSpPr>
                <a:spLocks noChangeArrowheads="1"/>
              </p:cNvSpPr>
              <p:nvPr/>
            </p:nvSpPr>
            <p:spPr bwMode="auto">
              <a:xfrm>
                <a:off x="3899" y="231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0" name="Oval 170"/>
              <p:cNvSpPr>
                <a:spLocks noChangeArrowheads="1"/>
              </p:cNvSpPr>
              <p:nvPr/>
            </p:nvSpPr>
            <p:spPr bwMode="auto">
              <a:xfrm>
                <a:off x="3904" y="2215"/>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1" name="Oval 171"/>
              <p:cNvSpPr>
                <a:spLocks noChangeArrowheads="1"/>
              </p:cNvSpPr>
              <p:nvPr/>
            </p:nvSpPr>
            <p:spPr bwMode="auto">
              <a:xfrm>
                <a:off x="3909" y="2665"/>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2" name="Oval 172"/>
              <p:cNvSpPr>
                <a:spLocks noChangeArrowheads="1"/>
              </p:cNvSpPr>
              <p:nvPr/>
            </p:nvSpPr>
            <p:spPr bwMode="auto">
              <a:xfrm>
                <a:off x="3914" y="200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3" name="Oval 173"/>
              <p:cNvSpPr>
                <a:spLocks noChangeArrowheads="1"/>
              </p:cNvSpPr>
              <p:nvPr/>
            </p:nvSpPr>
            <p:spPr bwMode="auto">
              <a:xfrm>
                <a:off x="3919" y="190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4" name="Oval 174"/>
              <p:cNvSpPr>
                <a:spLocks noChangeArrowheads="1"/>
              </p:cNvSpPr>
              <p:nvPr/>
            </p:nvSpPr>
            <p:spPr bwMode="auto">
              <a:xfrm>
                <a:off x="3924" y="2523"/>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5" name="Oval 175"/>
              <p:cNvSpPr>
                <a:spLocks noChangeArrowheads="1"/>
              </p:cNvSpPr>
              <p:nvPr/>
            </p:nvSpPr>
            <p:spPr bwMode="auto">
              <a:xfrm>
                <a:off x="3929" y="2168"/>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6" name="Oval 176"/>
              <p:cNvSpPr>
                <a:spLocks noChangeArrowheads="1"/>
              </p:cNvSpPr>
              <p:nvPr/>
            </p:nvSpPr>
            <p:spPr bwMode="auto">
              <a:xfrm>
                <a:off x="3934" y="2523"/>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7" name="Oval 177"/>
              <p:cNvSpPr>
                <a:spLocks noChangeArrowheads="1"/>
              </p:cNvSpPr>
              <p:nvPr/>
            </p:nvSpPr>
            <p:spPr bwMode="auto">
              <a:xfrm>
                <a:off x="3938" y="238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8" name="Oval 178"/>
              <p:cNvSpPr>
                <a:spLocks noChangeArrowheads="1"/>
              </p:cNvSpPr>
              <p:nvPr/>
            </p:nvSpPr>
            <p:spPr bwMode="auto">
              <a:xfrm>
                <a:off x="3943" y="219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099" name="Oval 179"/>
              <p:cNvSpPr>
                <a:spLocks noChangeArrowheads="1"/>
              </p:cNvSpPr>
              <p:nvPr/>
            </p:nvSpPr>
            <p:spPr bwMode="auto">
              <a:xfrm>
                <a:off x="3948" y="235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0" name="Oval 180"/>
              <p:cNvSpPr>
                <a:spLocks noChangeArrowheads="1"/>
              </p:cNvSpPr>
              <p:nvPr/>
            </p:nvSpPr>
            <p:spPr bwMode="auto">
              <a:xfrm>
                <a:off x="3953" y="181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1" name="Oval 181"/>
              <p:cNvSpPr>
                <a:spLocks noChangeArrowheads="1"/>
              </p:cNvSpPr>
              <p:nvPr/>
            </p:nvSpPr>
            <p:spPr bwMode="auto">
              <a:xfrm>
                <a:off x="3958" y="1765"/>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2" name="Oval 182"/>
              <p:cNvSpPr>
                <a:spLocks noChangeArrowheads="1"/>
              </p:cNvSpPr>
              <p:nvPr/>
            </p:nvSpPr>
            <p:spPr bwMode="auto">
              <a:xfrm>
                <a:off x="3963" y="233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3" name="Oval 183"/>
              <p:cNvSpPr>
                <a:spLocks noChangeArrowheads="1"/>
              </p:cNvSpPr>
              <p:nvPr/>
            </p:nvSpPr>
            <p:spPr bwMode="auto">
              <a:xfrm>
                <a:off x="3968" y="1600"/>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4" name="Oval 184"/>
              <p:cNvSpPr>
                <a:spLocks noChangeArrowheads="1"/>
              </p:cNvSpPr>
              <p:nvPr/>
            </p:nvSpPr>
            <p:spPr bwMode="auto">
              <a:xfrm>
                <a:off x="3973" y="233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5" name="Oval 185"/>
              <p:cNvSpPr>
                <a:spLocks noChangeArrowheads="1"/>
              </p:cNvSpPr>
              <p:nvPr/>
            </p:nvSpPr>
            <p:spPr bwMode="auto">
              <a:xfrm>
                <a:off x="3977" y="245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6" name="Oval 186"/>
              <p:cNvSpPr>
                <a:spLocks noChangeArrowheads="1"/>
              </p:cNvSpPr>
              <p:nvPr/>
            </p:nvSpPr>
            <p:spPr bwMode="auto">
              <a:xfrm>
                <a:off x="3982" y="226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7" name="Oval 187"/>
              <p:cNvSpPr>
                <a:spLocks noChangeArrowheads="1"/>
              </p:cNvSpPr>
              <p:nvPr/>
            </p:nvSpPr>
            <p:spPr bwMode="auto">
              <a:xfrm>
                <a:off x="3987" y="2049"/>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8" name="Oval 188"/>
              <p:cNvSpPr>
                <a:spLocks noChangeArrowheads="1"/>
              </p:cNvSpPr>
              <p:nvPr/>
            </p:nvSpPr>
            <p:spPr bwMode="auto">
              <a:xfrm>
                <a:off x="3992" y="226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09" name="Oval 189"/>
              <p:cNvSpPr>
                <a:spLocks noChangeArrowheads="1"/>
              </p:cNvSpPr>
              <p:nvPr/>
            </p:nvSpPr>
            <p:spPr bwMode="auto">
              <a:xfrm>
                <a:off x="3997" y="1458"/>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0" name="Oval 190"/>
              <p:cNvSpPr>
                <a:spLocks noChangeArrowheads="1"/>
              </p:cNvSpPr>
              <p:nvPr/>
            </p:nvSpPr>
            <p:spPr bwMode="auto">
              <a:xfrm>
                <a:off x="4002" y="2334"/>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1" name="Oval 191"/>
              <p:cNvSpPr>
                <a:spLocks noChangeArrowheads="1"/>
              </p:cNvSpPr>
              <p:nvPr/>
            </p:nvSpPr>
            <p:spPr bwMode="auto">
              <a:xfrm>
                <a:off x="4007" y="157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2" name="Oval 192"/>
              <p:cNvSpPr>
                <a:spLocks noChangeArrowheads="1"/>
              </p:cNvSpPr>
              <p:nvPr/>
            </p:nvSpPr>
            <p:spPr bwMode="auto">
              <a:xfrm>
                <a:off x="4012" y="2523"/>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3" name="Oval 193"/>
              <p:cNvSpPr>
                <a:spLocks noChangeArrowheads="1"/>
              </p:cNvSpPr>
              <p:nvPr/>
            </p:nvSpPr>
            <p:spPr bwMode="auto">
              <a:xfrm>
                <a:off x="4017"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4" name="Oval 194"/>
              <p:cNvSpPr>
                <a:spLocks noChangeArrowheads="1"/>
              </p:cNvSpPr>
              <p:nvPr/>
            </p:nvSpPr>
            <p:spPr bwMode="auto">
              <a:xfrm>
                <a:off x="4022" y="2405"/>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5" name="Oval 195"/>
              <p:cNvSpPr>
                <a:spLocks noChangeArrowheads="1"/>
              </p:cNvSpPr>
              <p:nvPr/>
            </p:nvSpPr>
            <p:spPr bwMode="auto">
              <a:xfrm>
                <a:off x="4027"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6" name="Oval 196"/>
              <p:cNvSpPr>
                <a:spLocks noChangeArrowheads="1"/>
              </p:cNvSpPr>
              <p:nvPr/>
            </p:nvSpPr>
            <p:spPr bwMode="auto">
              <a:xfrm>
                <a:off x="4031" y="271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7" name="Oval 197"/>
              <p:cNvSpPr>
                <a:spLocks noChangeArrowheads="1"/>
              </p:cNvSpPr>
              <p:nvPr/>
            </p:nvSpPr>
            <p:spPr bwMode="auto">
              <a:xfrm>
                <a:off x="4036" y="193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8" name="Oval 198"/>
              <p:cNvSpPr>
                <a:spLocks noChangeArrowheads="1"/>
              </p:cNvSpPr>
              <p:nvPr/>
            </p:nvSpPr>
            <p:spPr bwMode="auto">
              <a:xfrm>
                <a:off x="4041"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19" name="Oval 199"/>
              <p:cNvSpPr>
                <a:spLocks noChangeArrowheads="1"/>
              </p:cNvSpPr>
              <p:nvPr/>
            </p:nvSpPr>
            <p:spPr bwMode="auto">
              <a:xfrm>
                <a:off x="4046" y="231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20" name="Oval 200"/>
              <p:cNvSpPr>
                <a:spLocks noChangeArrowheads="1"/>
              </p:cNvSpPr>
              <p:nvPr/>
            </p:nvSpPr>
            <p:spPr bwMode="auto">
              <a:xfrm>
                <a:off x="4051" y="188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21" name="Oval 201"/>
              <p:cNvSpPr>
                <a:spLocks noChangeArrowheads="1"/>
              </p:cNvSpPr>
              <p:nvPr/>
            </p:nvSpPr>
            <p:spPr bwMode="auto">
              <a:xfrm>
                <a:off x="4056" y="2594"/>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22" name="Oval 202"/>
              <p:cNvSpPr>
                <a:spLocks noChangeArrowheads="1"/>
              </p:cNvSpPr>
              <p:nvPr/>
            </p:nvSpPr>
            <p:spPr bwMode="auto">
              <a:xfrm>
                <a:off x="4061" y="235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23" name="Oval 203"/>
              <p:cNvSpPr>
                <a:spLocks noChangeArrowheads="1"/>
              </p:cNvSpPr>
              <p:nvPr/>
            </p:nvSpPr>
            <p:spPr bwMode="auto">
              <a:xfrm>
                <a:off x="4066" y="228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24" name="Oval 204"/>
              <p:cNvSpPr>
                <a:spLocks noChangeArrowheads="1"/>
              </p:cNvSpPr>
              <p:nvPr/>
            </p:nvSpPr>
            <p:spPr bwMode="auto">
              <a:xfrm>
                <a:off x="4070" y="2049"/>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25" name="Oval 205"/>
              <p:cNvSpPr>
                <a:spLocks noChangeArrowheads="1"/>
              </p:cNvSpPr>
              <p:nvPr/>
            </p:nvSpPr>
            <p:spPr bwMode="auto">
              <a:xfrm>
                <a:off x="4075" y="2334"/>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26" name="Oval 206"/>
              <p:cNvSpPr>
                <a:spLocks noChangeArrowheads="1"/>
              </p:cNvSpPr>
              <p:nvPr/>
            </p:nvSpPr>
            <p:spPr bwMode="auto">
              <a:xfrm>
                <a:off x="4080" y="226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2127" name="Oval 207"/>
              <p:cNvSpPr>
                <a:spLocks noChangeArrowheads="1"/>
              </p:cNvSpPr>
              <p:nvPr/>
            </p:nvSpPr>
            <p:spPr bwMode="auto">
              <a:xfrm>
                <a:off x="4085" y="193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grpSp>
        <p:sp>
          <p:nvSpPr>
            <p:cNvPr id="31752" name="Oval 209"/>
            <p:cNvSpPr>
              <a:spLocks noChangeArrowheads="1"/>
            </p:cNvSpPr>
            <p:nvPr/>
          </p:nvSpPr>
          <p:spPr bwMode="auto">
            <a:xfrm>
              <a:off x="4090" y="228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53" name="Oval 210"/>
            <p:cNvSpPr>
              <a:spLocks noChangeArrowheads="1"/>
            </p:cNvSpPr>
            <p:nvPr/>
          </p:nvSpPr>
          <p:spPr bwMode="auto">
            <a:xfrm>
              <a:off x="4095" y="2476"/>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54" name="Oval 211"/>
            <p:cNvSpPr>
              <a:spLocks noChangeArrowheads="1"/>
            </p:cNvSpPr>
            <p:nvPr/>
          </p:nvSpPr>
          <p:spPr bwMode="auto">
            <a:xfrm>
              <a:off x="4100" y="2523"/>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55" name="Oval 212"/>
            <p:cNvSpPr>
              <a:spLocks noChangeArrowheads="1"/>
            </p:cNvSpPr>
            <p:nvPr/>
          </p:nvSpPr>
          <p:spPr bwMode="auto">
            <a:xfrm>
              <a:off x="4105" y="2310"/>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56" name="Oval 213"/>
            <p:cNvSpPr>
              <a:spLocks noChangeArrowheads="1"/>
            </p:cNvSpPr>
            <p:nvPr/>
          </p:nvSpPr>
          <p:spPr bwMode="auto">
            <a:xfrm>
              <a:off x="4110" y="2263"/>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57" name="Oval 214"/>
            <p:cNvSpPr>
              <a:spLocks noChangeArrowheads="1"/>
            </p:cNvSpPr>
            <p:nvPr/>
          </p:nvSpPr>
          <p:spPr bwMode="auto">
            <a:xfrm>
              <a:off x="4115"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58" name="Oval 215"/>
            <p:cNvSpPr>
              <a:spLocks noChangeArrowheads="1"/>
            </p:cNvSpPr>
            <p:nvPr/>
          </p:nvSpPr>
          <p:spPr bwMode="auto">
            <a:xfrm>
              <a:off x="4119" y="231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59" name="Oval 216"/>
            <p:cNvSpPr>
              <a:spLocks noChangeArrowheads="1"/>
            </p:cNvSpPr>
            <p:nvPr/>
          </p:nvSpPr>
          <p:spPr bwMode="auto">
            <a:xfrm>
              <a:off x="4124" y="2500"/>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0" name="Oval 217"/>
            <p:cNvSpPr>
              <a:spLocks noChangeArrowheads="1"/>
            </p:cNvSpPr>
            <p:nvPr/>
          </p:nvSpPr>
          <p:spPr bwMode="auto">
            <a:xfrm>
              <a:off x="4129"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1" name="Oval 218"/>
            <p:cNvSpPr>
              <a:spLocks noChangeArrowheads="1"/>
            </p:cNvSpPr>
            <p:nvPr/>
          </p:nvSpPr>
          <p:spPr bwMode="auto">
            <a:xfrm>
              <a:off x="4134" y="2618"/>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2" name="Oval 219"/>
            <p:cNvSpPr>
              <a:spLocks noChangeArrowheads="1"/>
            </p:cNvSpPr>
            <p:nvPr/>
          </p:nvSpPr>
          <p:spPr bwMode="auto">
            <a:xfrm>
              <a:off x="4139" y="2239"/>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3" name="Oval 220"/>
            <p:cNvSpPr>
              <a:spLocks noChangeArrowheads="1"/>
            </p:cNvSpPr>
            <p:nvPr/>
          </p:nvSpPr>
          <p:spPr bwMode="auto">
            <a:xfrm>
              <a:off x="4144" y="2618"/>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4" name="Oval 221"/>
            <p:cNvSpPr>
              <a:spLocks noChangeArrowheads="1"/>
            </p:cNvSpPr>
            <p:nvPr/>
          </p:nvSpPr>
          <p:spPr bwMode="auto">
            <a:xfrm>
              <a:off x="4149" y="233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5" name="Oval 222"/>
            <p:cNvSpPr>
              <a:spLocks noChangeArrowheads="1"/>
            </p:cNvSpPr>
            <p:nvPr/>
          </p:nvSpPr>
          <p:spPr bwMode="auto">
            <a:xfrm>
              <a:off x="4154" y="2215"/>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6" name="Oval 223"/>
            <p:cNvSpPr>
              <a:spLocks noChangeArrowheads="1"/>
            </p:cNvSpPr>
            <p:nvPr/>
          </p:nvSpPr>
          <p:spPr bwMode="auto">
            <a:xfrm>
              <a:off x="4159" y="1505"/>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7" name="Oval 224"/>
            <p:cNvSpPr>
              <a:spLocks noChangeArrowheads="1"/>
            </p:cNvSpPr>
            <p:nvPr/>
          </p:nvSpPr>
          <p:spPr bwMode="auto">
            <a:xfrm>
              <a:off x="4164" y="2500"/>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8" name="Oval 225"/>
            <p:cNvSpPr>
              <a:spLocks noChangeArrowheads="1"/>
            </p:cNvSpPr>
            <p:nvPr/>
          </p:nvSpPr>
          <p:spPr bwMode="auto">
            <a:xfrm>
              <a:off x="4168" y="245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69" name="Oval 226"/>
            <p:cNvSpPr>
              <a:spLocks noChangeArrowheads="1"/>
            </p:cNvSpPr>
            <p:nvPr/>
          </p:nvSpPr>
          <p:spPr bwMode="auto">
            <a:xfrm>
              <a:off x="4173" y="2500"/>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0" name="Oval 227"/>
            <p:cNvSpPr>
              <a:spLocks noChangeArrowheads="1"/>
            </p:cNvSpPr>
            <p:nvPr/>
          </p:nvSpPr>
          <p:spPr bwMode="auto">
            <a:xfrm>
              <a:off x="4178" y="212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1" name="Oval 228"/>
            <p:cNvSpPr>
              <a:spLocks noChangeArrowheads="1"/>
            </p:cNvSpPr>
            <p:nvPr/>
          </p:nvSpPr>
          <p:spPr bwMode="auto">
            <a:xfrm>
              <a:off x="4183" y="2476"/>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2" name="Oval 229"/>
            <p:cNvSpPr>
              <a:spLocks noChangeArrowheads="1"/>
            </p:cNvSpPr>
            <p:nvPr/>
          </p:nvSpPr>
          <p:spPr bwMode="auto">
            <a:xfrm>
              <a:off x="4188"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3" name="Oval 230"/>
            <p:cNvSpPr>
              <a:spLocks noChangeArrowheads="1"/>
            </p:cNvSpPr>
            <p:nvPr/>
          </p:nvSpPr>
          <p:spPr bwMode="auto">
            <a:xfrm>
              <a:off x="4193" y="2713"/>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4" name="Oval 231"/>
            <p:cNvSpPr>
              <a:spLocks noChangeArrowheads="1"/>
            </p:cNvSpPr>
            <p:nvPr/>
          </p:nvSpPr>
          <p:spPr bwMode="auto">
            <a:xfrm>
              <a:off x="4198" y="200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5" name="Oval 232"/>
            <p:cNvSpPr>
              <a:spLocks noChangeArrowheads="1"/>
            </p:cNvSpPr>
            <p:nvPr/>
          </p:nvSpPr>
          <p:spPr bwMode="auto">
            <a:xfrm>
              <a:off x="4203" y="188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6" name="Oval 233"/>
            <p:cNvSpPr>
              <a:spLocks noChangeArrowheads="1"/>
            </p:cNvSpPr>
            <p:nvPr/>
          </p:nvSpPr>
          <p:spPr bwMode="auto">
            <a:xfrm>
              <a:off x="4207" y="212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7" name="Oval 234"/>
            <p:cNvSpPr>
              <a:spLocks noChangeArrowheads="1"/>
            </p:cNvSpPr>
            <p:nvPr/>
          </p:nvSpPr>
          <p:spPr bwMode="auto">
            <a:xfrm>
              <a:off x="4212"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8" name="Oval 235"/>
            <p:cNvSpPr>
              <a:spLocks noChangeArrowheads="1"/>
            </p:cNvSpPr>
            <p:nvPr/>
          </p:nvSpPr>
          <p:spPr bwMode="auto">
            <a:xfrm>
              <a:off x="4217" y="183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79" name="Oval 236"/>
            <p:cNvSpPr>
              <a:spLocks noChangeArrowheads="1"/>
            </p:cNvSpPr>
            <p:nvPr/>
          </p:nvSpPr>
          <p:spPr bwMode="auto">
            <a:xfrm>
              <a:off x="4222" y="254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0" name="Oval 237"/>
            <p:cNvSpPr>
              <a:spLocks noChangeArrowheads="1"/>
            </p:cNvSpPr>
            <p:nvPr/>
          </p:nvSpPr>
          <p:spPr bwMode="auto">
            <a:xfrm>
              <a:off x="4227" y="2334"/>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1" name="Oval 238"/>
            <p:cNvSpPr>
              <a:spLocks noChangeArrowheads="1"/>
            </p:cNvSpPr>
            <p:nvPr/>
          </p:nvSpPr>
          <p:spPr bwMode="auto">
            <a:xfrm>
              <a:off x="4232" y="1505"/>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2" name="Oval 239"/>
            <p:cNvSpPr>
              <a:spLocks noChangeArrowheads="1"/>
            </p:cNvSpPr>
            <p:nvPr/>
          </p:nvSpPr>
          <p:spPr bwMode="auto">
            <a:xfrm>
              <a:off x="4237" y="233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3" name="Oval 240"/>
            <p:cNvSpPr>
              <a:spLocks noChangeArrowheads="1"/>
            </p:cNvSpPr>
            <p:nvPr/>
          </p:nvSpPr>
          <p:spPr bwMode="auto">
            <a:xfrm>
              <a:off x="4242" y="171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4" name="Oval 241"/>
            <p:cNvSpPr>
              <a:spLocks noChangeArrowheads="1"/>
            </p:cNvSpPr>
            <p:nvPr/>
          </p:nvSpPr>
          <p:spPr bwMode="auto">
            <a:xfrm>
              <a:off x="4247" y="2500"/>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5" name="Oval 242"/>
            <p:cNvSpPr>
              <a:spLocks noChangeArrowheads="1"/>
            </p:cNvSpPr>
            <p:nvPr/>
          </p:nvSpPr>
          <p:spPr bwMode="auto">
            <a:xfrm>
              <a:off x="4252"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6" name="Oval 243"/>
            <p:cNvSpPr>
              <a:spLocks noChangeArrowheads="1"/>
            </p:cNvSpPr>
            <p:nvPr/>
          </p:nvSpPr>
          <p:spPr bwMode="auto">
            <a:xfrm>
              <a:off x="4256" y="16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7" name="Oval 244"/>
            <p:cNvSpPr>
              <a:spLocks noChangeArrowheads="1"/>
            </p:cNvSpPr>
            <p:nvPr/>
          </p:nvSpPr>
          <p:spPr bwMode="auto">
            <a:xfrm>
              <a:off x="4261" y="2097"/>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8" name="Oval 245"/>
            <p:cNvSpPr>
              <a:spLocks noChangeArrowheads="1"/>
            </p:cNvSpPr>
            <p:nvPr/>
          </p:nvSpPr>
          <p:spPr bwMode="auto">
            <a:xfrm>
              <a:off x="4266" y="200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89" name="Oval 246"/>
            <p:cNvSpPr>
              <a:spLocks noChangeArrowheads="1"/>
            </p:cNvSpPr>
            <p:nvPr/>
          </p:nvSpPr>
          <p:spPr bwMode="auto">
            <a:xfrm>
              <a:off x="4271" y="25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0" name="Oval 247"/>
            <p:cNvSpPr>
              <a:spLocks noChangeArrowheads="1"/>
            </p:cNvSpPr>
            <p:nvPr/>
          </p:nvSpPr>
          <p:spPr bwMode="auto">
            <a:xfrm>
              <a:off x="4276" y="155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1" name="Oval 248"/>
            <p:cNvSpPr>
              <a:spLocks noChangeArrowheads="1"/>
            </p:cNvSpPr>
            <p:nvPr/>
          </p:nvSpPr>
          <p:spPr bwMode="auto">
            <a:xfrm>
              <a:off x="4281" y="1884"/>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2" name="Oval 249"/>
            <p:cNvSpPr>
              <a:spLocks noChangeArrowheads="1"/>
            </p:cNvSpPr>
            <p:nvPr/>
          </p:nvSpPr>
          <p:spPr bwMode="auto">
            <a:xfrm>
              <a:off x="4286" y="1765"/>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3" name="Oval 250"/>
            <p:cNvSpPr>
              <a:spLocks noChangeArrowheads="1"/>
            </p:cNvSpPr>
            <p:nvPr/>
          </p:nvSpPr>
          <p:spPr bwMode="auto">
            <a:xfrm>
              <a:off x="4291" y="2405"/>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4" name="Oval 251"/>
            <p:cNvSpPr>
              <a:spLocks noChangeArrowheads="1"/>
            </p:cNvSpPr>
            <p:nvPr/>
          </p:nvSpPr>
          <p:spPr bwMode="auto">
            <a:xfrm>
              <a:off x="4296" y="2310"/>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5" name="Oval 252"/>
            <p:cNvSpPr>
              <a:spLocks noChangeArrowheads="1"/>
            </p:cNvSpPr>
            <p:nvPr/>
          </p:nvSpPr>
          <p:spPr bwMode="auto">
            <a:xfrm>
              <a:off x="4301" y="2429"/>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6" name="Oval 253"/>
            <p:cNvSpPr>
              <a:spLocks noChangeArrowheads="1"/>
            </p:cNvSpPr>
            <p:nvPr/>
          </p:nvSpPr>
          <p:spPr bwMode="auto">
            <a:xfrm>
              <a:off x="4305" y="207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7" name="Oval 254"/>
            <p:cNvSpPr>
              <a:spLocks noChangeArrowheads="1"/>
            </p:cNvSpPr>
            <p:nvPr/>
          </p:nvSpPr>
          <p:spPr bwMode="auto">
            <a:xfrm>
              <a:off x="4310" y="231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8" name="Oval 255"/>
            <p:cNvSpPr>
              <a:spLocks noChangeArrowheads="1"/>
            </p:cNvSpPr>
            <p:nvPr/>
          </p:nvSpPr>
          <p:spPr bwMode="auto">
            <a:xfrm>
              <a:off x="4315" y="231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799" name="Oval 256"/>
            <p:cNvSpPr>
              <a:spLocks noChangeArrowheads="1"/>
            </p:cNvSpPr>
            <p:nvPr/>
          </p:nvSpPr>
          <p:spPr bwMode="auto">
            <a:xfrm>
              <a:off x="4320" y="2026"/>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0" name="Oval 257"/>
            <p:cNvSpPr>
              <a:spLocks noChangeArrowheads="1"/>
            </p:cNvSpPr>
            <p:nvPr/>
          </p:nvSpPr>
          <p:spPr bwMode="auto">
            <a:xfrm>
              <a:off x="4325" y="2097"/>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1" name="Oval 258"/>
            <p:cNvSpPr>
              <a:spLocks noChangeArrowheads="1"/>
            </p:cNvSpPr>
            <p:nvPr/>
          </p:nvSpPr>
          <p:spPr bwMode="auto">
            <a:xfrm>
              <a:off x="4330" y="2144"/>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2" name="Oval 259"/>
            <p:cNvSpPr>
              <a:spLocks noChangeArrowheads="1"/>
            </p:cNvSpPr>
            <p:nvPr/>
          </p:nvSpPr>
          <p:spPr bwMode="auto">
            <a:xfrm>
              <a:off x="4335" y="1671"/>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3" name="Oval 260"/>
            <p:cNvSpPr>
              <a:spLocks noChangeArrowheads="1"/>
            </p:cNvSpPr>
            <p:nvPr/>
          </p:nvSpPr>
          <p:spPr bwMode="auto">
            <a:xfrm>
              <a:off x="4340" y="233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4" name="Oval 261"/>
            <p:cNvSpPr>
              <a:spLocks noChangeArrowheads="1"/>
            </p:cNvSpPr>
            <p:nvPr/>
          </p:nvSpPr>
          <p:spPr bwMode="auto">
            <a:xfrm>
              <a:off x="4344" y="2665"/>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5" name="Oval 262"/>
            <p:cNvSpPr>
              <a:spLocks noChangeArrowheads="1"/>
            </p:cNvSpPr>
            <p:nvPr/>
          </p:nvSpPr>
          <p:spPr bwMode="auto">
            <a:xfrm>
              <a:off x="4349" y="162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6" name="Oval 263"/>
            <p:cNvSpPr>
              <a:spLocks noChangeArrowheads="1"/>
            </p:cNvSpPr>
            <p:nvPr/>
          </p:nvSpPr>
          <p:spPr bwMode="auto">
            <a:xfrm>
              <a:off x="4354" y="25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7" name="Oval 264"/>
            <p:cNvSpPr>
              <a:spLocks noChangeArrowheads="1"/>
            </p:cNvSpPr>
            <p:nvPr/>
          </p:nvSpPr>
          <p:spPr bwMode="auto">
            <a:xfrm>
              <a:off x="4359" y="245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8" name="Oval 265"/>
            <p:cNvSpPr>
              <a:spLocks noChangeArrowheads="1"/>
            </p:cNvSpPr>
            <p:nvPr/>
          </p:nvSpPr>
          <p:spPr bwMode="auto">
            <a:xfrm>
              <a:off x="4364" y="219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09" name="Oval 266"/>
            <p:cNvSpPr>
              <a:spLocks noChangeArrowheads="1"/>
            </p:cNvSpPr>
            <p:nvPr/>
          </p:nvSpPr>
          <p:spPr bwMode="auto">
            <a:xfrm>
              <a:off x="4369" y="2476"/>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0" name="Oval 267"/>
            <p:cNvSpPr>
              <a:spLocks noChangeArrowheads="1"/>
            </p:cNvSpPr>
            <p:nvPr/>
          </p:nvSpPr>
          <p:spPr bwMode="auto">
            <a:xfrm>
              <a:off x="4374" y="2049"/>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1" name="Oval 268"/>
            <p:cNvSpPr>
              <a:spLocks noChangeArrowheads="1"/>
            </p:cNvSpPr>
            <p:nvPr/>
          </p:nvSpPr>
          <p:spPr bwMode="auto">
            <a:xfrm>
              <a:off x="4379" y="2405"/>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2" name="Oval 269"/>
            <p:cNvSpPr>
              <a:spLocks noChangeArrowheads="1"/>
            </p:cNvSpPr>
            <p:nvPr/>
          </p:nvSpPr>
          <p:spPr bwMode="auto">
            <a:xfrm>
              <a:off x="4384" y="2405"/>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3" name="Oval 270"/>
            <p:cNvSpPr>
              <a:spLocks noChangeArrowheads="1"/>
            </p:cNvSpPr>
            <p:nvPr/>
          </p:nvSpPr>
          <p:spPr bwMode="auto">
            <a:xfrm>
              <a:off x="4389" y="261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4" name="Oval 271"/>
            <p:cNvSpPr>
              <a:spLocks noChangeArrowheads="1"/>
            </p:cNvSpPr>
            <p:nvPr/>
          </p:nvSpPr>
          <p:spPr bwMode="auto">
            <a:xfrm>
              <a:off x="4393" y="228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5" name="Oval 272"/>
            <p:cNvSpPr>
              <a:spLocks noChangeArrowheads="1"/>
            </p:cNvSpPr>
            <p:nvPr/>
          </p:nvSpPr>
          <p:spPr bwMode="auto">
            <a:xfrm>
              <a:off x="4398" y="254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6" name="Oval 273"/>
            <p:cNvSpPr>
              <a:spLocks noChangeArrowheads="1"/>
            </p:cNvSpPr>
            <p:nvPr/>
          </p:nvSpPr>
          <p:spPr bwMode="auto">
            <a:xfrm>
              <a:off x="4403" y="219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7" name="Oval 274"/>
            <p:cNvSpPr>
              <a:spLocks noChangeArrowheads="1"/>
            </p:cNvSpPr>
            <p:nvPr/>
          </p:nvSpPr>
          <p:spPr bwMode="auto">
            <a:xfrm>
              <a:off x="4408" y="141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8" name="Oval 275"/>
            <p:cNvSpPr>
              <a:spLocks noChangeArrowheads="1"/>
            </p:cNvSpPr>
            <p:nvPr/>
          </p:nvSpPr>
          <p:spPr bwMode="auto">
            <a:xfrm>
              <a:off x="4413"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19" name="Oval 276"/>
            <p:cNvSpPr>
              <a:spLocks noChangeArrowheads="1"/>
            </p:cNvSpPr>
            <p:nvPr/>
          </p:nvSpPr>
          <p:spPr bwMode="auto">
            <a:xfrm>
              <a:off x="4418" y="228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0" name="Oval 277"/>
            <p:cNvSpPr>
              <a:spLocks noChangeArrowheads="1"/>
            </p:cNvSpPr>
            <p:nvPr/>
          </p:nvSpPr>
          <p:spPr bwMode="auto">
            <a:xfrm>
              <a:off x="4423" y="1765"/>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1" name="Oval 278"/>
            <p:cNvSpPr>
              <a:spLocks noChangeArrowheads="1"/>
            </p:cNvSpPr>
            <p:nvPr/>
          </p:nvSpPr>
          <p:spPr bwMode="auto">
            <a:xfrm>
              <a:off x="4428" y="2263"/>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2" name="Oval 279"/>
            <p:cNvSpPr>
              <a:spLocks noChangeArrowheads="1"/>
            </p:cNvSpPr>
            <p:nvPr/>
          </p:nvSpPr>
          <p:spPr bwMode="auto">
            <a:xfrm>
              <a:off x="4433" y="2429"/>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3" name="Oval 280"/>
            <p:cNvSpPr>
              <a:spLocks noChangeArrowheads="1"/>
            </p:cNvSpPr>
            <p:nvPr/>
          </p:nvSpPr>
          <p:spPr bwMode="auto">
            <a:xfrm>
              <a:off x="4438" y="2405"/>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4" name="Oval 281"/>
            <p:cNvSpPr>
              <a:spLocks noChangeArrowheads="1"/>
            </p:cNvSpPr>
            <p:nvPr/>
          </p:nvSpPr>
          <p:spPr bwMode="auto">
            <a:xfrm>
              <a:off x="4442" y="238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5" name="Oval 282"/>
            <p:cNvSpPr>
              <a:spLocks noChangeArrowheads="1"/>
            </p:cNvSpPr>
            <p:nvPr/>
          </p:nvSpPr>
          <p:spPr bwMode="auto">
            <a:xfrm>
              <a:off x="4447" y="25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6" name="Oval 283"/>
            <p:cNvSpPr>
              <a:spLocks noChangeArrowheads="1"/>
            </p:cNvSpPr>
            <p:nvPr/>
          </p:nvSpPr>
          <p:spPr bwMode="auto">
            <a:xfrm>
              <a:off x="4452" y="264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7" name="Oval 284"/>
            <p:cNvSpPr>
              <a:spLocks noChangeArrowheads="1"/>
            </p:cNvSpPr>
            <p:nvPr/>
          </p:nvSpPr>
          <p:spPr bwMode="auto">
            <a:xfrm>
              <a:off x="4457" y="228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8" name="Oval 285"/>
            <p:cNvSpPr>
              <a:spLocks noChangeArrowheads="1"/>
            </p:cNvSpPr>
            <p:nvPr/>
          </p:nvSpPr>
          <p:spPr bwMode="auto">
            <a:xfrm>
              <a:off x="4462" y="228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29" name="Oval 286"/>
            <p:cNvSpPr>
              <a:spLocks noChangeArrowheads="1"/>
            </p:cNvSpPr>
            <p:nvPr/>
          </p:nvSpPr>
          <p:spPr bwMode="auto">
            <a:xfrm>
              <a:off x="4467" y="2192"/>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0" name="Oval 287"/>
            <p:cNvSpPr>
              <a:spLocks noChangeArrowheads="1"/>
            </p:cNvSpPr>
            <p:nvPr/>
          </p:nvSpPr>
          <p:spPr bwMode="auto">
            <a:xfrm>
              <a:off x="4472" y="228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1" name="Oval 288"/>
            <p:cNvSpPr>
              <a:spLocks noChangeArrowheads="1"/>
            </p:cNvSpPr>
            <p:nvPr/>
          </p:nvSpPr>
          <p:spPr bwMode="auto">
            <a:xfrm>
              <a:off x="4477" y="1742"/>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2" name="Oval 289"/>
            <p:cNvSpPr>
              <a:spLocks noChangeArrowheads="1"/>
            </p:cNvSpPr>
            <p:nvPr/>
          </p:nvSpPr>
          <p:spPr bwMode="auto">
            <a:xfrm>
              <a:off x="4481" y="2049"/>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3" name="Oval 290"/>
            <p:cNvSpPr>
              <a:spLocks noChangeArrowheads="1"/>
            </p:cNvSpPr>
            <p:nvPr/>
          </p:nvSpPr>
          <p:spPr bwMode="auto">
            <a:xfrm>
              <a:off x="4486" y="245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4" name="Oval 291"/>
            <p:cNvSpPr>
              <a:spLocks noChangeArrowheads="1"/>
            </p:cNvSpPr>
            <p:nvPr/>
          </p:nvSpPr>
          <p:spPr bwMode="auto">
            <a:xfrm>
              <a:off x="4491" y="238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5" name="Oval 292"/>
            <p:cNvSpPr>
              <a:spLocks noChangeArrowheads="1"/>
            </p:cNvSpPr>
            <p:nvPr/>
          </p:nvSpPr>
          <p:spPr bwMode="auto">
            <a:xfrm>
              <a:off x="4496" y="25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6" name="Oval 293"/>
            <p:cNvSpPr>
              <a:spLocks noChangeArrowheads="1"/>
            </p:cNvSpPr>
            <p:nvPr/>
          </p:nvSpPr>
          <p:spPr bwMode="auto">
            <a:xfrm>
              <a:off x="4501" y="254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7" name="Oval 294"/>
            <p:cNvSpPr>
              <a:spLocks noChangeArrowheads="1"/>
            </p:cNvSpPr>
            <p:nvPr/>
          </p:nvSpPr>
          <p:spPr bwMode="auto">
            <a:xfrm>
              <a:off x="4506"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8" name="Oval 295"/>
            <p:cNvSpPr>
              <a:spLocks noChangeArrowheads="1"/>
            </p:cNvSpPr>
            <p:nvPr/>
          </p:nvSpPr>
          <p:spPr bwMode="auto">
            <a:xfrm>
              <a:off x="4511" y="254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39" name="Oval 296"/>
            <p:cNvSpPr>
              <a:spLocks noChangeArrowheads="1"/>
            </p:cNvSpPr>
            <p:nvPr/>
          </p:nvSpPr>
          <p:spPr bwMode="auto">
            <a:xfrm>
              <a:off x="4516" y="235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0" name="Oval 297"/>
            <p:cNvSpPr>
              <a:spLocks noChangeArrowheads="1"/>
            </p:cNvSpPr>
            <p:nvPr/>
          </p:nvSpPr>
          <p:spPr bwMode="auto">
            <a:xfrm>
              <a:off x="4521" y="2594"/>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1" name="Oval 298"/>
            <p:cNvSpPr>
              <a:spLocks noChangeArrowheads="1"/>
            </p:cNvSpPr>
            <p:nvPr/>
          </p:nvSpPr>
          <p:spPr bwMode="auto">
            <a:xfrm>
              <a:off x="4526" y="157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2" name="Oval 299"/>
            <p:cNvSpPr>
              <a:spLocks noChangeArrowheads="1"/>
            </p:cNvSpPr>
            <p:nvPr/>
          </p:nvSpPr>
          <p:spPr bwMode="auto">
            <a:xfrm>
              <a:off x="4530" y="226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3" name="Oval 300"/>
            <p:cNvSpPr>
              <a:spLocks noChangeArrowheads="1"/>
            </p:cNvSpPr>
            <p:nvPr/>
          </p:nvSpPr>
          <p:spPr bwMode="auto">
            <a:xfrm>
              <a:off x="4535" y="219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4" name="Oval 301"/>
            <p:cNvSpPr>
              <a:spLocks noChangeArrowheads="1"/>
            </p:cNvSpPr>
            <p:nvPr/>
          </p:nvSpPr>
          <p:spPr bwMode="auto">
            <a:xfrm>
              <a:off x="4540" y="2476"/>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5" name="Oval 302"/>
            <p:cNvSpPr>
              <a:spLocks noChangeArrowheads="1"/>
            </p:cNvSpPr>
            <p:nvPr/>
          </p:nvSpPr>
          <p:spPr bwMode="auto">
            <a:xfrm>
              <a:off x="4545" y="25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6" name="Oval 303"/>
            <p:cNvSpPr>
              <a:spLocks noChangeArrowheads="1"/>
            </p:cNvSpPr>
            <p:nvPr/>
          </p:nvSpPr>
          <p:spPr bwMode="auto">
            <a:xfrm>
              <a:off x="4550"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7" name="Oval 304"/>
            <p:cNvSpPr>
              <a:spLocks noChangeArrowheads="1"/>
            </p:cNvSpPr>
            <p:nvPr/>
          </p:nvSpPr>
          <p:spPr bwMode="auto">
            <a:xfrm>
              <a:off x="4555"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8" name="Oval 305"/>
            <p:cNvSpPr>
              <a:spLocks noChangeArrowheads="1"/>
            </p:cNvSpPr>
            <p:nvPr/>
          </p:nvSpPr>
          <p:spPr bwMode="auto">
            <a:xfrm>
              <a:off x="4560" y="2381"/>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49" name="Oval 306"/>
            <p:cNvSpPr>
              <a:spLocks noChangeArrowheads="1"/>
            </p:cNvSpPr>
            <p:nvPr/>
          </p:nvSpPr>
          <p:spPr bwMode="auto">
            <a:xfrm>
              <a:off x="4565" y="245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0" name="Oval 307"/>
            <p:cNvSpPr>
              <a:spLocks noChangeArrowheads="1"/>
            </p:cNvSpPr>
            <p:nvPr/>
          </p:nvSpPr>
          <p:spPr bwMode="auto">
            <a:xfrm>
              <a:off x="4569" y="25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1" name="Oval 308"/>
            <p:cNvSpPr>
              <a:spLocks noChangeArrowheads="1"/>
            </p:cNvSpPr>
            <p:nvPr/>
          </p:nvSpPr>
          <p:spPr bwMode="auto">
            <a:xfrm>
              <a:off x="4574" y="183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2" name="Oval 309"/>
            <p:cNvSpPr>
              <a:spLocks noChangeArrowheads="1"/>
            </p:cNvSpPr>
            <p:nvPr/>
          </p:nvSpPr>
          <p:spPr bwMode="auto">
            <a:xfrm>
              <a:off x="4579" y="2618"/>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3" name="Oval 310"/>
            <p:cNvSpPr>
              <a:spLocks noChangeArrowheads="1"/>
            </p:cNvSpPr>
            <p:nvPr/>
          </p:nvSpPr>
          <p:spPr bwMode="auto">
            <a:xfrm>
              <a:off x="4584" y="226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4" name="Oval 311"/>
            <p:cNvSpPr>
              <a:spLocks noChangeArrowheads="1"/>
            </p:cNvSpPr>
            <p:nvPr/>
          </p:nvSpPr>
          <p:spPr bwMode="auto">
            <a:xfrm>
              <a:off x="4589" y="238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5" name="Oval 312"/>
            <p:cNvSpPr>
              <a:spLocks noChangeArrowheads="1"/>
            </p:cNvSpPr>
            <p:nvPr/>
          </p:nvSpPr>
          <p:spPr bwMode="auto">
            <a:xfrm>
              <a:off x="4594" y="2215"/>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6" name="Oval 313"/>
            <p:cNvSpPr>
              <a:spLocks noChangeArrowheads="1"/>
            </p:cNvSpPr>
            <p:nvPr/>
          </p:nvSpPr>
          <p:spPr bwMode="auto">
            <a:xfrm>
              <a:off x="4599" y="2097"/>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7" name="Oval 314"/>
            <p:cNvSpPr>
              <a:spLocks noChangeArrowheads="1"/>
            </p:cNvSpPr>
            <p:nvPr/>
          </p:nvSpPr>
          <p:spPr bwMode="auto">
            <a:xfrm>
              <a:off x="4604" y="2523"/>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8" name="Oval 315"/>
            <p:cNvSpPr>
              <a:spLocks noChangeArrowheads="1"/>
            </p:cNvSpPr>
            <p:nvPr/>
          </p:nvSpPr>
          <p:spPr bwMode="auto">
            <a:xfrm>
              <a:off x="4609" y="2310"/>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59" name="Oval 316"/>
            <p:cNvSpPr>
              <a:spLocks noChangeArrowheads="1"/>
            </p:cNvSpPr>
            <p:nvPr/>
          </p:nvSpPr>
          <p:spPr bwMode="auto">
            <a:xfrm>
              <a:off x="4614" y="254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0" name="Oval 317"/>
            <p:cNvSpPr>
              <a:spLocks noChangeArrowheads="1"/>
            </p:cNvSpPr>
            <p:nvPr/>
          </p:nvSpPr>
          <p:spPr bwMode="auto">
            <a:xfrm>
              <a:off x="4619" y="164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1" name="Oval 318"/>
            <p:cNvSpPr>
              <a:spLocks noChangeArrowheads="1"/>
            </p:cNvSpPr>
            <p:nvPr/>
          </p:nvSpPr>
          <p:spPr bwMode="auto">
            <a:xfrm>
              <a:off x="4623" y="235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2" name="Oval 319"/>
            <p:cNvSpPr>
              <a:spLocks noChangeArrowheads="1"/>
            </p:cNvSpPr>
            <p:nvPr/>
          </p:nvSpPr>
          <p:spPr bwMode="auto">
            <a:xfrm>
              <a:off x="4628" y="2215"/>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3" name="Oval 320"/>
            <p:cNvSpPr>
              <a:spLocks noChangeArrowheads="1"/>
            </p:cNvSpPr>
            <p:nvPr/>
          </p:nvSpPr>
          <p:spPr bwMode="auto">
            <a:xfrm>
              <a:off x="4633" y="219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4" name="Oval 321"/>
            <p:cNvSpPr>
              <a:spLocks noChangeArrowheads="1"/>
            </p:cNvSpPr>
            <p:nvPr/>
          </p:nvSpPr>
          <p:spPr bwMode="auto">
            <a:xfrm>
              <a:off x="4638" y="157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5" name="Oval 322"/>
            <p:cNvSpPr>
              <a:spLocks noChangeArrowheads="1"/>
            </p:cNvSpPr>
            <p:nvPr/>
          </p:nvSpPr>
          <p:spPr bwMode="auto">
            <a:xfrm>
              <a:off x="4643" y="174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6" name="Oval 323"/>
            <p:cNvSpPr>
              <a:spLocks noChangeArrowheads="1"/>
            </p:cNvSpPr>
            <p:nvPr/>
          </p:nvSpPr>
          <p:spPr bwMode="auto">
            <a:xfrm>
              <a:off x="4648" y="2334"/>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7" name="Oval 324"/>
            <p:cNvSpPr>
              <a:spLocks noChangeArrowheads="1"/>
            </p:cNvSpPr>
            <p:nvPr/>
          </p:nvSpPr>
          <p:spPr bwMode="auto">
            <a:xfrm>
              <a:off x="4653" y="2429"/>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8" name="Oval 325"/>
            <p:cNvSpPr>
              <a:spLocks noChangeArrowheads="1"/>
            </p:cNvSpPr>
            <p:nvPr/>
          </p:nvSpPr>
          <p:spPr bwMode="auto">
            <a:xfrm>
              <a:off x="4658" y="188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69" name="Oval 326"/>
            <p:cNvSpPr>
              <a:spLocks noChangeArrowheads="1"/>
            </p:cNvSpPr>
            <p:nvPr/>
          </p:nvSpPr>
          <p:spPr bwMode="auto">
            <a:xfrm>
              <a:off x="4663" y="2571"/>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0" name="Oval 327"/>
            <p:cNvSpPr>
              <a:spLocks noChangeArrowheads="1"/>
            </p:cNvSpPr>
            <p:nvPr/>
          </p:nvSpPr>
          <p:spPr bwMode="auto">
            <a:xfrm>
              <a:off x="4668" y="245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1" name="Oval 328"/>
            <p:cNvSpPr>
              <a:spLocks noChangeArrowheads="1"/>
            </p:cNvSpPr>
            <p:nvPr/>
          </p:nvSpPr>
          <p:spPr bwMode="auto">
            <a:xfrm>
              <a:off x="4672" y="2097"/>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2" name="Oval 329"/>
            <p:cNvSpPr>
              <a:spLocks noChangeArrowheads="1"/>
            </p:cNvSpPr>
            <p:nvPr/>
          </p:nvSpPr>
          <p:spPr bwMode="auto">
            <a:xfrm>
              <a:off x="4677" y="2286"/>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3" name="Oval 330"/>
            <p:cNvSpPr>
              <a:spLocks noChangeArrowheads="1"/>
            </p:cNvSpPr>
            <p:nvPr/>
          </p:nvSpPr>
          <p:spPr bwMode="auto">
            <a:xfrm>
              <a:off x="4682" y="2168"/>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4" name="Oval 331"/>
            <p:cNvSpPr>
              <a:spLocks noChangeArrowheads="1"/>
            </p:cNvSpPr>
            <p:nvPr/>
          </p:nvSpPr>
          <p:spPr bwMode="auto">
            <a:xfrm>
              <a:off x="4687" y="162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5" name="Oval 332"/>
            <p:cNvSpPr>
              <a:spLocks noChangeArrowheads="1"/>
            </p:cNvSpPr>
            <p:nvPr/>
          </p:nvSpPr>
          <p:spPr bwMode="auto">
            <a:xfrm>
              <a:off x="4692" y="2405"/>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6" name="Oval 333"/>
            <p:cNvSpPr>
              <a:spLocks noChangeArrowheads="1"/>
            </p:cNvSpPr>
            <p:nvPr/>
          </p:nvSpPr>
          <p:spPr bwMode="auto">
            <a:xfrm>
              <a:off x="4697" y="2429"/>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7" name="Oval 334"/>
            <p:cNvSpPr>
              <a:spLocks noChangeArrowheads="1"/>
            </p:cNvSpPr>
            <p:nvPr/>
          </p:nvSpPr>
          <p:spPr bwMode="auto">
            <a:xfrm>
              <a:off x="4702" y="2381"/>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8" name="Oval 335"/>
            <p:cNvSpPr>
              <a:spLocks noChangeArrowheads="1"/>
            </p:cNvSpPr>
            <p:nvPr/>
          </p:nvSpPr>
          <p:spPr bwMode="auto">
            <a:xfrm>
              <a:off x="4707" y="233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79" name="Oval 336"/>
            <p:cNvSpPr>
              <a:spLocks noChangeArrowheads="1"/>
            </p:cNvSpPr>
            <p:nvPr/>
          </p:nvSpPr>
          <p:spPr bwMode="auto">
            <a:xfrm>
              <a:off x="4711" y="245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0" name="Oval 337"/>
            <p:cNvSpPr>
              <a:spLocks noChangeArrowheads="1"/>
            </p:cNvSpPr>
            <p:nvPr/>
          </p:nvSpPr>
          <p:spPr bwMode="auto">
            <a:xfrm>
              <a:off x="4716" y="2215"/>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1" name="Oval 338"/>
            <p:cNvSpPr>
              <a:spLocks noChangeArrowheads="1"/>
            </p:cNvSpPr>
            <p:nvPr/>
          </p:nvSpPr>
          <p:spPr bwMode="auto">
            <a:xfrm>
              <a:off x="4721" y="254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2" name="Oval 339"/>
            <p:cNvSpPr>
              <a:spLocks noChangeArrowheads="1"/>
            </p:cNvSpPr>
            <p:nvPr/>
          </p:nvSpPr>
          <p:spPr bwMode="auto">
            <a:xfrm>
              <a:off x="4726" y="190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3" name="Oval 340"/>
            <p:cNvSpPr>
              <a:spLocks noChangeArrowheads="1"/>
            </p:cNvSpPr>
            <p:nvPr/>
          </p:nvSpPr>
          <p:spPr bwMode="auto">
            <a:xfrm>
              <a:off x="4731" y="231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4" name="Oval 341"/>
            <p:cNvSpPr>
              <a:spLocks noChangeArrowheads="1"/>
            </p:cNvSpPr>
            <p:nvPr/>
          </p:nvSpPr>
          <p:spPr bwMode="auto">
            <a:xfrm>
              <a:off x="4736" y="219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5" name="Oval 342"/>
            <p:cNvSpPr>
              <a:spLocks noChangeArrowheads="1"/>
            </p:cNvSpPr>
            <p:nvPr/>
          </p:nvSpPr>
          <p:spPr bwMode="auto">
            <a:xfrm>
              <a:off x="4741" y="2713"/>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6" name="Oval 343"/>
            <p:cNvSpPr>
              <a:spLocks noChangeArrowheads="1"/>
            </p:cNvSpPr>
            <p:nvPr/>
          </p:nvSpPr>
          <p:spPr bwMode="auto">
            <a:xfrm>
              <a:off x="4746" y="1789"/>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7" name="Oval 344"/>
            <p:cNvSpPr>
              <a:spLocks noChangeArrowheads="1"/>
            </p:cNvSpPr>
            <p:nvPr/>
          </p:nvSpPr>
          <p:spPr bwMode="auto">
            <a:xfrm>
              <a:off x="4751" y="245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8" name="Oval 345"/>
            <p:cNvSpPr>
              <a:spLocks noChangeArrowheads="1"/>
            </p:cNvSpPr>
            <p:nvPr/>
          </p:nvSpPr>
          <p:spPr bwMode="auto">
            <a:xfrm>
              <a:off x="4756" y="126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89" name="Oval 346"/>
            <p:cNvSpPr>
              <a:spLocks noChangeArrowheads="1"/>
            </p:cNvSpPr>
            <p:nvPr/>
          </p:nvSpPr>
          <p:spPr bwMode="auto">
            <a:xfrm>
              <a:off x="4760" y="252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0" name="Oval 347"/>
            <p:cNvSpPr>
              <a:spLocks noChangeArrowheads="1"/>
            </p:cNvSpPr>
            <p:nvPr/>
          </p:nvSpPr>
          <p:spPr bwMode="auto">
            <a:xfrm>
              <a:off x="4765" y="2405"/>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1" name="Oval 348"/>
            <p:cNvSpPr>
              <a:spLocks noChangeArrowheads="1"/>
            </p:cNvSpPr>
            <p:nvPr/>
          </p:nvSpPr>
          <p:spPr bwMode="auto">
            <a:xfrm>
              <a:off x="4770" y="2073"/>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2" name="Oval 349"/>
            <p:cNvSpPr>
              <a:spLocks noChangeArrowheads="1"/>
            </p:cNvSpPr>
            <p:nvPr/>
          </p:nvSpPr>
          <p:spPr bwMode="auto">
            <a:xfrm>
              <a:off x="4775" y="2002"/>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3" name="Oval 350"/>
            <p:cNvSpPr>
              <a:spLocks noChangeArrowheads="1"/>
            </p:cNvSpPr>
            <p:nvPr/>
          </p:nvSpPr>
          <p:spPr bwMode="auto">
            <a:xfrm>
              <a:off x="4775" y="2571"/>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4" name="Oval 351"/>
            <p:cNvSpPr>
              <a:spLocks noChangeArrowheads="1"/>
            </p:cNvSpPr>
            <p:nvPr/>
          </p:nvSpPr>
          <p:spPr bwMode="auto">
            <a:xfrm>
              <a:off x="4785" y="2168"/>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5" name="Oval 352"/>
            <p:cNvSpPr>
              <a:spLocks noChangeArrowheads="1"/>
            </p:cNvSpPr>
            <p:nvPr/>
          </p:nvSpPr>
          <p:spPr bwMode="auto">
            <a:xfrm>
              <a:off x="4790" y="245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6" name="Oval 353"/>
            <p:cNvSpPr>
              <a:spLocks noChangeArrowheads="1"/>
            </p:cNvSpPr>
            <p:nvPr/>
          </p:nvSpPr>
          <p:spPr bwMode="auto">
            <a:xfrm>
              <a:off x="4795" y="2642"/>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7" name="Oval 354"/>
            <p:cNvSpPr>
              <a:spLocks noChangeArrowheads="1"/>
            </p:cNvSpPr>
            <p:nvPr/>
          </p:nvSpPr>
          <p:spPr bwMode="auto">
            <a:xfrm>
              <a:off x="4800" y="235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8" name="Oval 355"/>
            <p:cNvSpPr>
              <a:spLocks noChangeArrowheads="1"/>
            </p:cNvSpPr>
            <p:nvPr/>
          </p:nvSpPr>
          <p:spPr bwMode="auto">
            <a:xfrm>
              <a:off x="4805" y="2476"/>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899" name="Oval 356"/>
            <p:cNvSpPr>
              <a:spLocks noChangeArrowheads="1"/>
            </p:cNvSpPr>
            <p:nvPr/>
          </p:nvSpPr>
          <p:spPr bwMode="auto">
            <a:xfrm>
              <a:off x="4809" y="2665"/>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0" name="Oval 357"/>
            <p:cNvSpPr>
              <a:spLocks noChangeArrowheads="1"/>
            </p:cNvSpPr>
            <p:nvPr/>
          </p:nvSpPr>
          <p:spPr bwMode="auto">
            <a:xfrm>
              <a:off x="4814" y="2144"/>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1" name="Oval 358"/>
            <p:cNvSpPr>
              <a:spLocks noChangeArrowheads="1"/>
            </p:cNvSpPr>
            <p:nvPr/>
          </p:nvSpPr>
          <p:spPr bwMode="auto">
            <a:xfrm>
              <a:off x="4819" y="2429"/>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2" name="Oval 359"/>
            <p:cNvSpPr>
              <a:spLocks noChangeArrowheads="1"/>
            </p:cNvSpPr>
            <p:nvPr/>
          </p:nvSpPr>
          <p:spPr bwMode="auto">
            <a:xfrm>
              <a:off x="4824" y="2263"/>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3" name="Oval 360"/>
            <p:cNvSpPr>
              <a:spLocks noChangeArrowheads="1"/>
            </p:cNvSpPr>
            <p:nvPr/>
          </p:nvSpPr>
          <p:spPr bwMode="auto">
            <a:xfrm>
              <a:off x="4829" y="2263"/>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4" name="Oval 361"/>
            <p:cNvSpPr>
              <a:spLocks noChangeArrowheads="1"/>
            </p:cNvSpPr>
            <p:nvPr/>
          </p:nvSpPr>
          <p:spPr bwMode="auto">
            <a:xfrm>
              <a:off x="4834" y="2523"/>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5" name="Oval 362"/>
            <p:cNvSpPr>
              <a:spLocks noChangeArrowheads="1"/>
            </p:cNvSpPr>
            <p:nvPr/>
          </p:nvSpPr>
          <p:spPr bwMode="auto">
            <a:xfrm>
              <a:off x="4839" y="2286"/>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6" name="Oval 363"/>
            <p:cNvSpPr>
              <a:spLocks noChangeArrowheads="1"/>
            </p:cNvSpPr>
            <p:nvPr/>
          </p:nvSpPr>
          <p:spPr bwMode="auto">
            <a:xfrm>
              <a:off x="4844" y="2310"/>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7" name="Oval 364"/>
            <p:cNvSpPr>
              <a:spLocks noChangeArrowheads="1"/>
            </p:cNvSpPr>
            <p:nvPr/>
          </p:nvSpPr>
          <p:spPr bwMode="auto">
            <a:xfrm>
              <a:off x="4848" y="2381"/>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8" name="Oval 365"/>
            <p:cNvSpPr>
              <a:spLocks noChangeArrowheads="1"/>
            </p:cNvSpPr>
            <p:nvPr/>
          </p:nvSpPr>
          <p:spPr bwMode="auto">
            <a:xfrm>
              <a:off x="4853" y="2310"/>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09" name="Oval 366"/>
            <p:cNvSpPr>
              <a:spLocks noChangeArrowheads="1"/>
            </p:cNvSpPr>
            <p:nvPr/>
          </p:nvSpPr>
          <p:spPr bwMode="auto">
            <a:xfrm>
              <a:off x="4858" y="2665"/>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0" name="Oval 367"/>
            <p:cNvSpPr>
              <a:spLocks noChangeArrowheads="1"/>
            </p:cNvSpPr>
            <p:nvPr/>
          </p:nvSpPr>
          <p:spPr bwMode="auto">
            <a:xfrm>
              <a:off x="4863" y="2192"/>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1" name="Oval 368"/>
            <p:cNvSpPr>
              <a:spLocks noChangeArrowheads="1"/>
            </p:cNvSpPr>
            <p:nvPr/>
          </p:nvSpPr>
          <p:spPr bwMode="auto">
            <a:xfrm>
              <a:off x="4868" y="1884"/>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2" name="Oval 369"/>
            <p:cNvSpPr>
              <a:spLocks noChangeArrowheads="1"/>
            </p:cNvSpPr>
            <p:nvPr/>
          </p:nvSpPr>
          <p:spPr bwMode="auto">
            <a:xfrm>
              <a:off x="4873" y="2049"/>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3" name="Oval 370"/>
            <p:cNvSpPr>
              <a:spLocks noChangeArrowheads="1"/>
            </p:cNvSpPr>
            <p:nvPr/>
          </p:nvSpPr>
          <p:spPr bwMode="auto">
            <a:xfrm>
              <a:off x="4878" y="245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4" name="Oval 371"/>
            <p:cNvSpPr>
              <a:spLocks noChangeArrowheads="1"/>
            </p:cNvSpPr>
            <p:nvPr/>
          </p:nvSpPr>
          <p:spPr bwMode="auto">
            <a:xfrm>
              <a:off x="4883" y="1434"/>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5" name="Oval 372"/>
            <p:cNvSpPr>
              <a:spLocks noChangeArrowheads="1"/>
            </p:cNvSpPr>
            <p:nvPr/>
          </p:nvSpPr>
          <p:spPr bwMode="auto">
            <a:xfrm>
              <a:off x="4888" y="164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6" name="Oval 373"/>
            <p:cNvSpPr>
              <a:spLocks noChangeArrowheads="1"/>
            </p:cNvSpPr>
            <p:nvPr/>
          </p:nvSpPr>
          <p:spPr bwMode="auto">
            <a:xfrm>
              <a:off x="4893" y="245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7" name="Oval 374"/>
            <p:cNvSpPr>
              <a:spLocks noChangeArrowheads="1"/>
            </p:cNvSpPr>
            <p:nvPr/>
          </p:nvSpPr>
          <p:spPr bwMode="auto">
            <a:xfrm>
              <a:off x="4897" y="2547"/>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8" name="Oval 375"/>
            <p:cNvSpPr>
              <a:spLocks noChangeArrowheads="1"/>
            </p:cNvSpPr>
            <p:nvPr/>
          </p:nvSpPr>
          <p:spPr bwMode="auto">
            <a:xfrm>
              <a:off x="4902" y="2500"/>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19" name="Oval 376"/>
            <p:cNvSpPr>
              <a:spLocks noChangeArrowheads="1"/>
            </p:cNvSpPr>
            <p:nvPr/>
          </p:nvSpPr>
          <p:spPr bwMode="auto">
            <a:xfrm>
              <a:off x="4907" y="2334"/>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20" name="Oval 377"/>
            <p:cNvSpPr>
              <a:spLocks noChangeArrowheads="1"/>
            </p:cNvSpPr>
            <p:nvPr/>
          </p:nvSpPr>
          <p:spPr bwMode="auto">
            <a:xfrm>
              <a:off x="4912" y="1955"/>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21" name="Oval 378"/>
            <p:cNvSpPr>
              <a:spLocks noChangeArrowheads="1"/>
            </p:cNvSpPr>
            <p:nvPr/>
          </p:nvSpPr>
          <p:spPr bwMode="auto">
            <a:xfrm>
              <a:off x="4917" y="2357"/>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22" name="Oval 379"/>
            <p:cNvSpPr>
              <a:spLocks noChangeArrowheads="1"/>
            </p:cNvSpPr>
            <p:nvPr/>
          </p:nvSpPr>
          <p:spPr bwMode="auto">
            <a:xfrm>
              <a:off x="4922" y="2571"/>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23" name="Oval 380"/>
            <p:cNvSpPr>
              <a:spLocks noChangeArrowheads="1"/>
            </p:cNvSpPr>
            <p:nvPr/>
          </p:nvSpPr>
          <p:spPr bwMode="auto">
            <a:xfrm>
              <a:off x="4927" y="2618"/>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24" name="Oval 381"/>
            <p:cNvSpPr>
              <a:spLocks noChangeArrowheads="1"/>
            </p:cNvSpPr>
            <p:nvPr/>
          </p:nvSpPr>
          <p:spPr bwMode="auto">
            <a:xfrm>
              <a:off x="4932" y="2452"/>
              <a:ext cx="26"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25" name="Oval 382"/>
            <p:cNvSpPr>
              <a:spLocks noChangeArrowheads="1"/>
            </p:cNvSpPr>
            <p:nvPr/>
          </p:nvSpPr>
          <p:spPr bwMode="auto">
            <a:xfrm>
              <a:off x="4937" y="2500"/>
              <a:ext cx="26"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26" name="Oval 383"/>
            <p:cNvSpPr>
              <a:spLocks noChangeArrowheads="1"/>
            </p:cNvSpPr>
            <p:nvPr/>
          </p:nvSpPr>
          <p:spPr bwMode="auto">
            <a:xfrm>
              <a:off x="4941" y="2405"/>
              <a:ext cx="27" cy="26"/>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sp>
          <p:nvSpPr>
            <p:cNvPr id="31927" name="Oval 384"/>
            <p:cNvSpPr>
              <a:spLocks noChangeArrowheads="1"/>
            </p:cNvSpPr>
            <p:nvPr/>
          </p:nvSpPr>
          <p:spPr bwMode="auto">
            <a:xfrm>
              <a:off x="4946" y="2239"/>
              <a:ext cx="27" cy="27"/>
            </a:xfrm>
            <a:prstGeom prst="ellipse">
              <a:avLst/>
            </a:prstGeom>
            <a:noFill/>
            <a:ln w="7938">
              <a:solidFill>
                <a:srgbClr val="000000"/>
              </a:solidFill>
              <a:miter lim="800000"/>
              <a:headEnd/>
              <a:tailEnd/>
            </a:ln>
            <a:extLst>
              <a:ext uri="{909E8E84-426E-40DD-AFC4-6F175D3DCCD1}">
                <a14:hiddenFill xmlns:a14="http://schemas.microsoft.com/office/drawing/2010/main">
                  <a:solidFill>
                    <a:srgbClr val="FFFFFF"/>
                  </a:solidFill>
                </a14:hiddenFill>
              </a:ext>
            </a:extLst>
          </p:spPr>
          <p:txBody>
            <a:bodyPr/>
            <a:lstStyle/>
            <a:p>
              <a:endParaRPr lang="nl-NL"/>
            </a:p>
          </p:txBody>
        </p:sp>
      </p:grpSp>
      <p:sp>
        <p:nvSpPr>
          <p:cNvPr id="384" name="Tijdelijke aanduiding voor tekst 1">
            <a:extLst>
              <a:ext uri="{FF2B5EF4-FFF2-40B4-BE49-F238E27FC236}">
                <a16:creationId xmlns:a16="http://schemas.microsoft.com/office/drawing/2014/main" id="{E67EB441-6331-9647-B99A-B2DFFD976939}"/>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20817664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1" name="Rectangle 2"/>
          <p:cNvSpPr>
            <a:spLocks noGrp="1" noChangeArrowheads="1"/>
          </p:cNvSpPr>
          <p:nvPr>
            <p:ph type="title"/>
          </p:nvPr>
        </p:nvSpPr>
        <p:spPr/>
        <p:txBody>
          <a:bodyPr/>
          <a:lstStyle/>
          <a:p>
            <a:pPr eaLnBrk="1" hangingPunct="1"/>
            <a:r>
              <a:rPr lang="nl-NL" dirty="0">
                <a:ea typeface="ＭＳ Ｐゴシック" pitchFamily="34" charset="-128"/>
              </a:rPr>
              <a:t>SPSS: werken met de </a:t>
            </a:r>
            <a:r>
              <a:rPr lang="nl-NL" dirty="0" err="1">
                <a:ea typeface="ＭＳ Ｐゴシック" pitchFamily="34" charset="-128"/>
              </a:rPr>
              <a:t>chart</a:t>
            </a:r>
            <a:r>
              <a:rPr lang="nl-NL" dirty="0">
                <a:ea typeface="ＭＳ Ｐゴシック" pitchFamily="34" charset="-128"/>
              </a:rPr>
              <a:t>-builder</a:t>
            </a:r>
          </a:p>
        </p:txBody>
      </p:sp>
      <p:sp>
        <p:nvSpPr>
          <p:cNvPr id="32772" name="Rectangle 3"/>
          <p:cNvSpPr>
            <a:spLocks noGrp="1" noChangeArrowheads="1"/>
          </p:cNvSpPr>
          <p:nvPr>
            <p:ph type="body" sz="half" idx="1"/>
          </p:nvPr>
        </p:nvSpPr>
        <p:spPr>
          <a:xfrm>
            <a:off x="1195010" y="2168990"/>
            <a:ext cx="4775200" cy="4525963"/>
          </a:xfrm>
        </p:spPr>
        <p:txBody>
          <a:bodyPr/>
          <a:lstStyle/>
          <a:p>
            <a:pPr eaLnBrk="1" hangingPunct="1">
              <a:buFont typeface="Arial" pitchFamily="34" charset="0"/>
              <a:buChar char="–"/>
            </a:pPr>
            <a:r>
              <a:rPr lang="nl-NL" sz="2800" dirty="0">
                <a:ea typeface="ＭＳ Ｐゴシック" pitchFamily="34" charset="-128"/>
              </a:rPr>
              <a:t>Grafieken ‘opbouwen’</a:t>
            </a:r>
          </a:p>
          <a:p>
            <a:pPr lvl="1" eaLnBrk="1" hangingPunct="1">
              <a:buFontTx/>
              <a:buChar char="•"/>
            </a:pPr>
            <a:r>
              <a:rPr lang="nl-NL" sz="2800" dirty="0">
                <a:ea typeface="ＭＳ Ｐゴシック" pitchFamily="34" charset="-128"/>
              </a:rPr>
              <a:t>met behulp van sjablonen of </a:t>
            </a:r>
          </a:p>
          <a:p>
            <a:pPr lvl="1" eaLnBrk="1" hangingPunct="1">
              <a:buFontTx/>
              <a:buChar char="•"/>
            </a:pPr>
            <a:r>
              <a:rPr lang="nl-NL" sz="2800" dirty="0">
                <a:ea typeface="ＭＳ Ｐゴシック" pitchFamily="34" charset="-128"/>
              </a:rPr>
              <a:t>met aparte onderdelen zoals </a:t>
            </a:r>
          </a:p>
          <a:p>
            <a:pPr lvl="2" eaLnBrk="1" hangingPunct="1">
              <a:buFont typeface="Arial" pitchFamily="34" charset="0"/>
              <a:buChar char="–"/>
            </a:pPr>
            <a:r>
              <a:rPr lang="nl-NL" sz="2800" dirty="0">
                <a:ea typeface="ＭＳ Ｐゴシック" pitchFamily="34" charset="-128"/>
              </a:rPr>
              <a:t>X-as</a:t>
            </a:r>
          </a:p>
          <a:p>
            <a:pPr lvl="2" eaLnBrk="1" hangingPunct="1">
              <a:buFont typeface="Arial" pitchFamily="34" charset="0"/>
              <a:buChar char="–"/>
            </a:pPr>
            <a:r>
              <a:rPr lang="nl-NL" sz="2800" dirty="0">
                <a:ea typeface="ＭＳ Ｐゴシック" pitchFamily="34" charset="-128"/>
              </a:rPr>
              <a:t>Y-as</a:t>
            </a:r>
          </a:p>
        </p:txBody>
      </p:sp>
      <p:pic>
        <p:nvPicPr>
          <p:cNvPr id="32773" name="Picture 4"/>
          <p:cNvPicPr>
            <a:picLocks noGrp="1" noChangeAspect="1" noChangeArrowheads="1"/>
          </p:cNvPicPr>
          <p:nvPr>
            <p:ph sz="half" idx="2"/>
          </p:nvPr>
        </p:nvPicPr>
        <p:blipFill>
          <a:blip r:embed="rId2">
            <a:extLst>
              <a:ext uri="{28A0092B-C50C-407E-A947-70E740481C1C}">
                <a14:useLocalDpi xmlns:a14="http://schemas.microsoft.com/office/drawing/2010/main" val="0"/>
              </a:ext>
            </a:extLst>
          </a:blip>
          <a:srcRect/>
          <a:stretch>
            <a:fillRect/>
          </a:stretch>
        </p:blipFill>
        <p:spPr>
          <a:xfrm>
            <a:off x="6343573" y="1630363"/>
            <a:ext cx="4305300" cy="4648200"/>
          </a:xfrm>
          <a:noFill/>
        </p:spPr>
      </p:pic>
      <p:sp>
        <p:nvSpPr>
          <p:cNvPr id="32774" name="AutoShape 7"/>
          <p:cNvSpPr>
            <a:spLocks noChangeArrowheads="1"/>
          </p:cNvSpPr>
          <p:nvPr/>
        </p:nvSpPr>
        <p:spPr bwMode="auto">
          <a:xfrm rot="-6333363">
            <a:off x="8328026" y="3787776"/>
            <a:ext cx="898525" cy="333375"/>
          </a:xfrm>
          <a:prstGeom prst="rightArrow">
            <a:avLst>
              <a:gd name="adj1" fmla="val 29130"/>
              <a:gd name="adj2" fmla="val 55627"/>
            </a:avLst>
          </a:prstGeom>
          <a:solidFill>
            <a:srgbClr val="FF9900"/>
          </a:solidFill>
          <a:ln w="9525">
            <a:solidFill>
              <a:schemeClr val="tx1"/>
            </a:solidFill>
            <a:miter lim="800000"/>
            <a:headEnd/>
            <a:tailEnd/>
          </a:ln>
        </p:spPr>
        <p:txBody>
          <a:bodyPr wrap="none" anchor="ctr"/>
          <a:lstStyle/>
          <a:p>
            <a:endParaRPr lang="nl-NL"/>
          </a:p>
        </p:txBody>
      </p:sp>
      <p:sp>
        <p:nvSpPr>
          <p:cNvPr id="7" name="Tijdelijke aanduiding voor tekst 1">
            <a:extLst>
              <a:ext uri="{FF2B5EF4-FFF2-40B4-BE49-F238E27FC236}">
                <a16:creationId xmlns:a16="http://schemas.microsoft.com/office/drawing/2014/main" id="{2EF6D67C-2DCB-1744-BFB2-BE1C58E07508}"/>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101004053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Rectangle 2"/>
          <p:cNvSpPr>
            <a:spLocks noGrp="1" noChangeArrowheads="1"/>
          </p:cNvSpPr>
          <p:nvPr>
            <p:ph type="title"/>
          </p:nvPr>
        </p:nvSpPr>
        <p:spPr/>
        <p:txBody>
          <a:bodyPr/>
          <a:lstStyle/>
          <a:p>
            <a:pPr eaLnBrk="1" hangingPunct="1"/>
            <a:r>
              <a:rPr lang="nl-NL">
                <a:ea typeface="ＭＳ Ｐゴシック" pitchFamily="34" charset="-128"/>
              </a:rPr>
              <a:t>Kengetallen</a:t>
            </a:r>
          </a:p>
        </p:txBody>
      </p:sp>
      <p:sp>
        <p:nvSpPr>
          <p:cNvPr id="33796" name="Rectangle 3"/>
          <p:cNvSpPr>
            <a:spLocks noGrp="1" noChangeArrowheads="1"/>
          </p:cNvSpPr>
          <p:nvPr>
            <p:ph type="body" idx="1"/>
          </p:nvPr>
        </p:nvSpPr>
        <p:spPr>
          <a:xfrm>
            <a:off x="1106523" y="1945971"/>
            <a:ext cx="9680926" cy="4525963"/>
          </a:xfrm>
        </p:spPr>
        <p:txBody>
          <a:bodyPr/>
          <a:lstStyle/>
          <a:p>
            <a:pPr eaLnBrk="1" hangingPunct="1"/>
            <a:r>
              <a:rPr lang="nl-NL" sz="2400" dirty="0">
                <a:ea typeface="ＭＳ Ｐゴシック" pitchFamily="34" charset="-128"/>
              </a:rPr>
              <a:t>Samenvatting van een variabele (kenmerk) in één getal, één eigenschap:</a:t>
            </a:r>
          </a:p>
          <a:p>
            <a:pPr lvl="1" eaLnBrk="1" hangingPunct="1"/>
            <a:r>
              <a:rPr lang="nl-NL" sz="2400" dirty="0">
                <a:ea typeface="ＭＳ Ｐゴシック" pitchFamily="34" charset="-128"/>
              </a:rPr>
              <a:t>Centrummaten</a:t>
            </a:r>
          </a:p>
          <a:p>
            <a:pPr marL="457200" lvl="1" indent="0">
              <a:buNone/>
            </a:pPr>
            <a:r>
              <a:rPr lang="nl-NL" sz="2400" dirty="0">
                <a:ea typeface="ＭＳ Ｐゴシック" pitchFamily="34" charset="-128"/>
              </a:rPr>
              <a:t>	Het midden van een verdeling:</a:t>
            </a:r>
          </a:p>
          <a:p>
            <a:pPr lvl="2" eaLnBrk="1" hangingPunct="1"/>
            <a:r>
              <a:rPr lang="nl-NL" sz="2400" dirty="0">
                <a:ea typeface="ＭＳ Ｐゴシック" pitchFamily="34" charset="-128"/>
              </a:rPr>
              <a:t>Modus</a:t>
            </a:r>
          </a:p>
          <a:p>
            <a:pPr lvl="2" eaLnBrk="1" hangingPunct="1"/>
            <a:r>
              <a:rPr lang="nl-NL" sz="2400" dirty="0">
                <a:ea typeface="ＭＳ Ｐゴシック" pitchFamily="34" charset="-128"/>
              </a:rPr>
              <a:t>Mediaan</a:t>
            </a:r>
          </a:p>
          <a:p>
            <a:pPr lvl="2" eaLnBrk="1" hangingPunct="1"/>
            <a:r>
              <a:rPr lang="nl-NL" sz="2400" dirty="0">
                <a:ea typeface="ＭＳ Ｐゴシック" pitchFamily="34" charset="-128"/>
              </a:rPr>
              <a:t>Gemiddelde</a:t>
            </a:r>
          </a:p>
          <a:p>
            <a:pPr lvl="1" eaLnBrk="1" hangingPunct="1"/>
            <a:r>
              <a:rPr lang="nl-NL" sz="2400" dirty="0">
                <a:ea typeface="ＭＳ Ｐゴシック" pitchFamily="34" charset="-128"/>
              </a:rPr>
              <a:t>Spreidingsmaten</a:t>
            </a:r>
          </a:p>
          <a:p>
            <a:pPr marL="457200" lvl="1" indent="0">
              <a:buNone/>
            </a:pPr>
            <a:r>
              <a:rPr lang="nl-NL" sz="2400" dirty="0">
                <a:ea typeface="ＭＳ Ｐゴシック" pitchFamily="34" charset="-128"/>
              </a:rPr>
              <a:t>	De breedte waarover de waarnemingen zich uitstrekken</a:t>
            </a:r>
          </a:p>
          <a:p>
            <a:pPr lvl="2" eaLnBrk="1" hangingPunct="1"/>
            <a:r>
              <a:rPr lang="nl-NL" sz="2400" dirty="0">
                <a:ea typeface="ＭＳ Ｐゴシック" pitchFamily="34" charset="-128"/>
              </a:rPr>
              <a:t>Variatiebreedte</a:t>
            </a:r>
          </a:p>
          <a:p>
            <a:pPr lvl="2" eaLnBrk="1" hangingPunct="1"/>
            <a:r>
              <a:rPr lang="nl-NL" sz="2400" dirty="0" err="1">
                <a:ea typeface="ＭＳ Ｐゴシック" pitchFamily="34" charset="-128"/>
              </a:rPr>
              <a:t>Interkwartielafstand</a:t>
            </a:r>
            <a:endParaRPr lang="nl-NL" sz="2400" dirty="0">
              <a:ea typeface="ＭＳ Ｐゴシック" pitchFamily="34" charset="-128"/>
            </a:endParaRPr>
          </a:p>
          <a:p>
            <a:pPr lvl="2" eaLnBrk="1" hangingPunct="1"/>
            <a:r>
              <a:rPr lang="nl-NL" sz="2400" dirty="0">
                <a:ea typeface="ＭＳ Ｐゴシック" pitchFamily="34" charset="-128"/>
              </a:rPr>
              <a:t>Variantie en standaarddeviatie</a:t>
            </a:r>
          </a:p>
          <a:p>
            <a:pPr lvl="2" eaLnBrk="1" hangingPunct="1"/>
            <a:endParaRPr lang="nl-NL" sz="2400" dirty="0">
              <a:ea typeface="ＭＳ Ｐゴシック" pitchFamily="34" charset="-128"/>
            </a:endParaRPr>
          </a:p>
        </p:txBody>
      </p:sp>
      <p:sp>
        <p:nvSpPr>
          <p:cNvPr id="5" name="Tijdelijke aanduiding voor tekst 1">
            <a:extLst>
              <a:ext uri="{FF2B5EF4-FFF2-40B4-BE49-F238E27FC236}">
                <a16:creationId xmlns:a16="http://schemas.microsoft.com/office/drawing/2014/main" id="{D05F8EDE-5DC1-6147-9D67-882DF22CAF5A}"/>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46610432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4819" name="Rectangle 2"/>
          <p:cNvSpPr>
            <a:spLocks noGrp="1" noChangeArrowheads="1"/>
          </p:cNvSpPr>
          <p:nvPr>
            <p:ph type="title"/>
          </p:nvPr>
        </p:nvSpPr>
        <p:spPr/>
        <p:txBody>
          <a:bodyPr/>
          <a:lstStyle/>
          <a:p>
            <a:pPr eaLnBrk="1" hangingPunct="1"/>
            <a:r>
              <a:rPr lang="nl-NL">
                <a:ea typeface="ＭＳ Ｐゴシック" pitchFamily="34" charset="-128"/>
              </a:rPr>
              <a:t>Centrummaten: modus</a:t>
            </a:r>
          </a:p>
        </p:txBody>
      </p:sp>
      <p:sp>
        <p:nvSpPr>
          <p:cNvPr id="34820" name="Rectangle 3"/>
          <p:cNvSpPr>
            <a:spLocks noGrp="1" noChangeArrowheads="1"/>
          </p:cNvSpPr>
          <p:nvPr>
            <p:ph type="body" sz="half" idx="1"/>
          </p:nvPr>
        </p:nvSpPr>
        <p:spPr>
          <a:xfrm>
            <a:off x="1219200" y="1571626"/>
            <a:ext cx="7696200" cy="4525963"/>
          </a:xfrm>
        </p:spPr>
        <p:txBody>
          <a:bodyPr/>
          <a:lstStyle/>
          <a:p>
            <a:pPr eaLnBrk="1" hangingPunct="1">
              <a:buFontTx/>
              <a:buNone/>
            </a:pPr>
            <a:r>
              <a:rPr lang="nl-NL" sz="2400" dirty="0">
                <a:ea typeface="ＭＳ Ｐゴシック" pitchFamily="34" charset="-128"/>
              </a:rPr>
              <a:t>Categorie in een variabele die het meest voorkomt</a:t>
            </a:r>
          </a:p>
          <a:p>
            <a:pPr eaLnBrk="1" hangingPunct="1">
              <a:buFontTx/>
              <a:buNone/>
            </a:pPr>
            <a:endParaRPr lang="nl-NL" sz="2400" dirty="0">
              <a:ea typeface="ＭＳ Ｐゴシック" pitchFamily="34" charset="-128"/>
            </a:endParaRPr>
          </a:p>
        </p:txBody>
      </p:sp>
      <p:sp>
        <p:nvSpPr>
          <p:cNvPr id="6" name="Tijdelijke aanduiding voor tekst 1">
            <a:extLst>
              <a:ext uri="{FF2B5EF4-FFF2-40B4-BE49-F238E27FC236}">
                <a16:creationId xmlns:a16="http://schemas.microsoft.com/office/drawing/2014/main" id="{CF94E948-28F6-BE47-A709-109A2ECA1F54}"/>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pic>
        <p:nvPicPr>
          <p:cNvPr id="2" name="Afbeelding 1">
            <a:extLst>
              <a:ext uri="{FF2B5EF4-FFF2-40B4-BE49-F238E27FC236}">
                <a16:creationId xmlns:a16="http://schemas.microsoft.com/office/drawing/2014/main" id="{7E36DCB5-2185-364D-BCDF-3EC7B1D2F0D9}"/>
              </a:ext>
            </a:extLst>
          </p:cNvPr>
          <p:cNvPicPr>
            <a:picLocks noChangeAspect="1"/>
          </p:cNvPicPr>
          <p:nvPr/>
        </p:nvPicPr>
        <p:blipFill>
          <a:blip r:embed="rId2"/>
          <a:stretch>
            <a:fillRect/>
          </a:stretch>
        </p:blipFill>
        <p:spPr>
          <a:xfrm>
            <a:off x="1219200" y="2387600"/>
            <a:ext cx="4983892" cy="3698454"/>
          </a:xfrm>
          <a:prstGeom prst="rect">
            <a:avLst/>
          </a:prstGeom>
        </p:spPr>
      </p:pic>
    </p:spTree>
    <p:extLst>
      <p:ext uri="{BB962C8B-B14F-4D97-AF65-F5344CB8AC3E}">
        <p14:creationId xmlns:p14="http://schemas.microsoft.com/office/powerpoint/2010/main" val="16100621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3" name="Rectangle 2"/>
          <p:cNvSpPr>
            <a:spLocks noGrp="1" noChangeArrowheads="1"/>
          </p:cNvSpPr>
          <p:nvPr>
            <p:ph type="title"/>
          </p:nvPr>
        </p:nvSpPr>
        <p:spPr>
          <a:xfrm>
            <a:off x="1219200" y="497057"/>
            <a:ext cx="9753600" cy="1143000"/>
          </a:xfrm>
        </p:spPr>
        <p:txBody>
          <a:bodyPr/>
          <a:lstStyle/>
          <a:p>
            <a:pPr eaLnBrk="1" hangingPunct="1"/>
            <a:r>
              <a:rPr lang="nl-NL" dirty="0">
                <a:ea typeface="ＭＳ Ｐゴシック" pitchFamily="34" charset="-128"/>
              </a:rPr>
              <a:t>Centrummaten: mediaan</a:t>
            </a:r>
          </a:p>
        </p:txBody>
      </p:sp>
      <p:sp>
        <p:nvSpPr>
          <p:cNvPr id="35844" name="Rectangle 3"/>
          <p:cNvSpPr>
            <a:spLocks noGrp="1" noChangeArrowheads="1"/>
          </p:cNvSpPr>
          <p:nvPr>
            <p:ph type="body" sz="half" idx="1"/>
          </p:nvPr>
        </p:nvSpPr>
        <p:spPr>
          <a:xfrm>
            <a:off x="1219200" y="1834980"/>
            <a:ext cx="7696200" cy="4525963"/>
          </a:xfrm>
        </p:spPr>
        <p:txBody>
          <a:bodyPr/>
          <a:lstStyle/>
          <a:p>
            <a:pPr eaLnBrk="1" hangingPunct="1"/>
            <a:r>
              <a:rPr lang="nl-NL" sz="2800" dirty="0">
                <a:ea typeface="ＭＳ Ｐゴシック" pitchFamily="34" charset="-128"/>
              </a:rPr>
              <a:t>Middelste waarneming</a:t>
            </a:r>
          </a:p>
          <a:p>
            <a:pPr marL="0" indent="0" eaLnBrk="1" hangingPunct="1">
              <a:buNone/>
            </a:pPr>
            <a:endParaRPr lang="nl-NL" sz="2800" dirty="0">
              <a:ea typeface="ＭＳ Ｐゴシック" pitchFamily="34" charset="-128"/>
            </a:endParaRPr>
          </a:p>
          <a:p>
            <a:pPr lvl="1" eaLnBrk="1" hangingPunct="1"/>
            <a:r>
              <a:rPr lang="nl-NL" sz="2800" dirty="0">
                <a:ea typeface="ＭＳ Ｐゴシック" pitchFamily="34" charset="-128"/>
              </a:rPr>
              <a:t>Middelste 50%, of</a:t>
            </a:r>
          </a:p>
          <a:p>
            <a:pPr lvl="1" eaLnBrk="1" hangingPunct="1"/>
            <a:r>
              <a:rPr lang="nl-NL" sz="2800" dirty="0">
                <a:ea typeface="ＭＳ Ｐゴシック" pitchFamily="34" charset="-128"/>
              </a:rPr>
              <a:t>Middelste getal, of</a:t>
            </a:r>
          </a:p>
          <a:p>
            <a:pPr lvl="1" eaLnBrk="1" hangingPunct="1"/>
            <a:r>
              <a:rPr lang="nl-NL" sz="2800" dirty="0">
                <a:ea typeface="ＭＳ Ｐゴシック" pitchFamily="34" charset="-128"/>
              </a:rPr>
              <a:t>Middelste ‘klasse’</a:t>
            </a:r>
          </a:p>
          <a:p>
            <a:pPr lvl="1" eaLnBrk="1" hangingPunct="1"/>
            <a:endParaRPr lang="nl-NL" sz="2800" dirty="0">
              <a:ea typeface="ＭＳ Ｐゴシック" pitchFamily="34" charset="-128"/>
            </a:endParaRPr>
          </a:p>
          <a:p>
            <a:pPr eaLnBrk="1" hangingPunct="1"/>
            <a:r>
              <a:rPr lang="nl-NL" sz="2800" dirty="0">
                <a:ea typeface="ＭＳ Ｐゴシック" pitchFamily="34" charset="-128"/>
              </a:rPr>
              <a:t>1 2 3 4 5 </a:t>
            </a:r>
            <a:r>
              <a:rPr lang="nl-NL" sz="2800" dirty="0">
                <a:ea typeface="ＭＳ Ｐゴシック" pitchFamily="34" charset="-128"/>
                <a:sym typeface="Wingdings" pitchFamily="-84" charset="2"/>
              </a:rPr>
              <a:t> mediaan is 3</a:t>
            </a:r>
          </a:p>
          <a:p>
            <a:pPr marL="0" indent="0" eaLnBrk="1" hangingPunct="1">
              <a:buNone/>
            </a:pPr>
            <a:endParaRPr lang="nl-NL" sz="2800" dirty="0">
              <a:ea typeface="ＭＳ Ｐゴシック" pitchFamily="34" charset="-128"/>
              <a:sym typeface="Wingdings" pitchFamily="-84" charset="2"/>
            </a:endParaRPr>
          </a:p>
          <a:p>
            <a:pPr eaLnBrk="1" hangingPunct="1"/>
            <a:r>
              <a:rPr lang="nl-NL" sz="2800" dirty="0">
                <a:ea typeface="ＭＳ Ｐゴシック" pitchFamily="34" charset="-128"/>
                <a:sym typeface="Wingdings" pitchFamily="-84" charset="2"/>
              </a:rPr>
              <a:t>1 2 3 4 5 6  mediaan is 3,5</a:t>
            </a:r>
            <a:endParaRPr lang="nl-NL" sz="2800" dirty="0">
              <a:ea typeface="ＭＳ Ｐゴシック" pitchFamily="34" charset="-128"/>
            </a:endParaRPr>
          </a:p>
          <a:p>
            <a:pPr eaLnBrk="1" hangingPunct="1"/>
            <a:endParaRPr lang="nl-NL" sz="2800" dirty="0">
              <a:ea typeface="ＭＳ Ｐゴシック" pitchFamily="34" charset="-128"/>
            </a:endParaRPr>
          </a:p>
        </p:txBody>
      </p:sp>
      <p:sp>
        <p:nvSpPr>
          <p:cNvPr id="5" name="Tijdelijke aanduiding voor tekst 1">
            <a:extLst>
              <a:ext uri="{FF2B5EF4-FFF2-40B4-BE49-F238E27FC236}">
                <a16:creationId xmlns:a16="http://schemas.microsoft.com/office/drawing/2014/main" id="{939E3ACB-8DAA-5D4B-8FF2-4F0626CB6407}"/>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79595373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860C3DCD-B31F-EF42-96BD-7FF561814243}"/>
              </a:ext>
            </a:extLst>
          </p:cNvPr>
          <p:cNvSpPr>
            <a:spLocks noGrp="1"/>
          </p:cNvSpPr>
          <p:nvPr>
            <p:ph type="body" sz="quarter" idx="13"/>
          </p:nvPr>
        </p:nvSpPr>
        <p:spPr/>
        <p:txBody>
          <a:bodyPr/>
          <a:lstStyle/>
          <a:p>
            <a:r>
              <a:rPr lang="nl-NL" dirty="0"/>
              <a:t>Hoofdstuk 2</a:t>
            </a:r>
          </a:p>
        </p:txBody>
      </p:sp>
      <p:sp>
        <p:nvSpPr>
          <p:cNvPr id="4" name="Tijdelijke aanduiding voor tekst 3">
            <a:extLst>
              <a:ext uri="{FF2B5EF4-FFF2-40B4-BE49-F238E27FC236}">
                <a16:creationId xmlns:a16="http://schemas.microsoft.com/office/drawing/2014/main" id="{44E4084F-BA5D-C84C-AB1A-99388AB83BF4}"/>
              </a:ext>
            </a:extLst>
          </p:cNvPr>
          <p:cNvSpPr>
            <a:spLocks noGrp="1"/>
          </p:cNvSpPr>
          <p:nvPr>
            <p:ph type="body" sz="quarter" idx="15"/>
          </p:nvPr>
        </p:nvSpPr>
        <p:spPr/>
        <p:txBody>
          <a:bodyPr/>
          <a:lstStyle/>
          <a:p>
            <a:pPr algn="ctr"/>
            <a:r>
              <a:rPr lang="nl-NL" dirty="0"/>
              <a:t>Mediane categorie</a:t>
            </a:r>
          </a:p>
        </p:txBody>
      </p:sp>
      <p:pic>
        <p:nvPicPr>
          <p:cNvPr id="5" name="Picture 4">
            <a:extLst>
              <a:ext uri="{FF2B5EF4-FFF2-40B4-BE49-F238E27FC236}">
                <a16:creationId xmlns:a16="http://schemas.microsoft.com/office/drawing/2014/main" id="{43CD46EE-F6F6-A94C-A4B0-E76D6F057F33}"/>
              </a:ext>
            </a:extLst>
          </p:cNvPr>
          <p:cNvPicPr>
            <a:picLocks noChangeAspect="1" noChangeArrowheads="1"/>
          </p:cNvPicPr>
          <p:nvPr/>
        </p:nvPicPr>
        <p:blipFill>
          <a:blip r:embed="rId2" cstate="print">
            <a:extLst>
              <a:ext uri="{28A0092B-C50C-407E-A947-70E740481C1C}">
                <a14:useLocalDpi xmlns:a14="http://schemas.microsoft.com/office/drawing/2010/main" val="0"/>
              </a:ext>
            </a:extLst>
          </a:blip>
          <a:srcRect/>
          <a:stretch>
            <a:fillRect/>
          </a:stretch>
        </p:blipFill>
        <p:spPr>
          <a:xfrm>
            <a:off x="3849158" y="2592696"/>
            <a:ext cx="4876800" cy="2476500"/>
          </a:xfrm>
          <a:prstGeom prst="rect">
            <a:avLst/>
          </a:prstGeom>
          <a:noFill/>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 uri="{AF507438-7753-43e0-B8FC-AC1667EBCBE1}">
              <a14:hiddenEffects xmlns:a14="http://schemas.microsoft.com/office/drawing/2010/main" xmlns="">
                <a:effectLst>
                  <a:outerShdw dist="35921" dir="2700000" algn="ctr" rotWithShape="0">
                    <a:srgbClr val="808080"/>
                  </a:outerShdw>
                </a:effectLst>
              </a14:hiddenEffects>
            </a:ext>
          </a:extLst>
        </p:spPr>
      </p:pic>
      <p:sp>
        <p:nvSpPr>
          <p:cNvPr id="6" name="AutoShape 8">
            <a:extLst>
              <a:ext uri="{FF2B5EF4-FFF2-40B4-BE49-F238E27FC236}">
                <a16:creationId xmlns:a16="http://schemas.microsoft.com/office/drawing/2014/main" id="{75B94E6A-34C4-C04F-A032-4BE6EE1EDEDE}"/>
              </a:ext>
            </a:extLst>
          </p:cNvPr>
          <p:cNvSpPr>
            <a:spLocks noChangeArrowheads="1"/>
          </p:cNvSpPr>
          <p:nvPr/>
        </p:nvSpPr>
        <p:spPr bwMode="auto">
          <a:xfrm>
            <a:off x="8887691" y="3151910"/>
            <a:ext cx="1512888" cy="495299"/>
          </a:xfrm>
          <a:prstGeom prst="leftArrow">
            <a:avLst>
              <a:gd name="adj1" fmla="val 42148"/>
              <a:gd name="adj2" fmla="val 61708"/>
            </a:avLst>
          </a:prstGeom>
          <a:gradFill flip="none" rotWithShape="1">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tileRect/>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nl-NL" dirty="0"/>
              <a:t>45,7%</a:t>
            </a:r>
          </a:p>
        </p:txBody>
      </p:sp>
      <p:sp>
        <p:nvSpPr>
          <p:cNvPr id="7" name="AutoShape 9">
            <a:extLst>
              <a:ext uri="{FF2B5EF4-FFF2-40B4-BE49-F238E27FC236}">
                <a16:creationId xmlns:a16="http://schemas.microsoft.com/office/drawing/2014/main" id="{AD7334E9-466E-3E45-B930-69243971F51A}"/>
              </a:ext>
            </a:extLst>
          </p:cNvPr>
          <p:cNvSpPr>
            <a:spLocks noChangeArrowheads="1"/>
          </p:cNvSpPr>
          <p:nvPr/>
        </p:nvSpPr>
        <p:spPr bwMode="auto">
          <a:xfrm>
            <a:off x="8887691" y="3564246"/>
            <a:ext cx="1512888" cy="446645"/>
          </a:xfrm>
          <a:prstGeom prst="leftArrow">
            <a:avLst>
              <a:gd name="adj1" fmla="val 50000"/>
              <a:gd name="adj2" fmla="val 70908"/>
            </a:avLst>
          </a:prstGeom>
          <a:gradFill>
            <a:gsLst>
              <a:gs pos="0">
                <a:schemeClr val="accent1">
                  <a:lumMod val="5000"/>
                  <a:lumOff val="95000"/>
                </a:schemeClr>
              </a:gs>
              <a:gs pos="74000">
                <a:schemeClr val="accent1">
                  <a:lumMod val="45000"/>
                  <a:lumOff val="55000"/>
                </a:schemeClr>
              </a:gs>
              <a:gs pos="83000">
                <a:schemeClr val="accent1">
                  <a:lumMod val="45000"/>
                  <a:lumOff val="55000"/>
                </a:schemeClr>
              </a:gs>
              <a:gs pos="100000">
                <a:schemeClr val="accent1">
                  <a:lumMod val="30000"/>
                  <a:lumOff val="70000"/>
                </a:schemeClr>
              </a:gs>
            </a:gsLst>
            <a:lin ang="5400000" scaled="1"/>
          </a:gradFill>
          <a:ln w="9525">
            <a:solidFill>
              <a:schemeClr val="tx1"/>
            </a:solidFill>
            <a:miter lim="800000"/>
            <a:headEnd/>
            <a:tailEnd/>
          </a:ln>
          <a:effectLst/>
          <a:extLst>
            <a:ext uri="{AF507438-7753-43e0-B8FC-AC1667EBCBE1}">
              <a14:hiddenEffects xmlns:a14="http://schemas.microsoft.com/office/drawing/2010/main" xmlns="">
                <a:effectLst>
                  <a:outerShdw blurRad="63500" dist="38099" dir="2700000" algn="ctr" rotWithShape="0">
                    <a:schemeClr val="bg2">
                      <a:alpha val="74998"/>
                    </a:schemeClr>
                  </a:outerShdw>
                </a:effectLst>
              </a14:hiddenEffects>
            </a:ext>
          </a:extLst>
        </p:spPr>
        <p:txBody>
          <a:bodyPr wrap="none" anchor="ctr"/>
          <a:lstStyle/>
          <a:p>
            <a:pPr algn="ctr">
              <a:defRPr/>
            </a:pPr>
            <a:r>
              <a:rPr lang="nl-NL" dirty="0"/>
              <a:t>67,0%</a:t>
            </a:r>
          </a:p>
        </p:txBody>
      </p:sp>
      <p:sp>
        <p:nvSpPr>
          <p:cNvPr id="8" name="Tekstvak 7">
            <a:extLst>
              <a:ext uri="{FF2B5EF4-FFF2-40B4-BE49-F238E27FC236}">
                <a16:creationId xmlns:a16="http://schemas.microsoft.com/office/drawing/2014/main" id="{0AF64E7B-132F-A544-B995-DCD3406E5B81}"/>
              </a:ext>
            </a:extLst>
          </p:cNvPr>
          <p:cNvSpPr txBox="1"/>
          <p:nvPr/>
        </p:nvSpPr>
        <p:spPr>
          <a:xfrm>
            <a:off x="3031698" y="5481532"/>
            <a:ext cx="6511719" cy="523220"/>
          </a:xfrm>
          <a:prstGeom prst="rect">
            <a:avLst/>
          </a:prstGeom>
          <a:noFill/>
        </p:spPr>
        <p:txBody>
          <a:bodyPr wrap="none" rtlCol="0">
            <a:spAutoFit/>
          </a:bodyPr>
          <a:lstStyle/>
          <a:p>
            <a:r>
              <a:rPr lang="nl-NL" dirty="0"/>
              <a:t>MBO is de mediane categorie. Daarin bevindt zich het 50% percentiel van de verdeling </a:t>
            </a:r>
          </a:p>
          <a:p>
            <a:pPr algn="ctr"/>
            <a:endParaRPr lang="nl-NL" dirty="0"/>
          </a:p>
        </p:txBody>
      </p:sp>
    </p:spTree>
    <p:extLst>
      <p:ext uri="{BB962C8B-B14F-4D97-AF65-F5344CB8AC3E}">
        <p14:creationId xmlns:p14="http://schemas.microsoft.com/office/powerpoint/2010/main" val="130433430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2" name="Rectangle 2"/>
          <p:cNvSpPr>
            <a:spLocks noGrp="1" noChangeArrowheads="1"/>
          </p:cNvSpPr>
          <p:nvPr>
            <p:ph type="title"/>
          </p:nvPr>
        </p:nvSpPr>
        <p:spPr>
          <a:xfrm>
            <a:off x="1219200" y="404637"/>
            <a:ext cx="9753600" cy="1143000"/>
          </a:xfrm>
        </p:spPr>
        <p:txBody>
          <a:bodyPr/>
          <a:lstStyle/>
          <a:p>
            <a:pPr eaLnBrk="1" hangingPunct="1"/>
            <a:r>
              <a:rPr lang="nl-NL" dirty="0">
                <a:ea typeface="ＭＳ Ｐゴシック" pitchFamily="34" charset="-128"/>
              </a:rPr>
              <a:t>Centrummaten: gemiddelde</a:t>
            </a:r>
          </a:p>
        </p:txBody>
      </p:sp>
      <p:sp>
        <p:nvSpPr>
          <p:cNvPr id="37893" name="Rectangle 3"/>
          <p:cNvSpPr>
            <a:spLocks noGrp="1" noChangeArrowheads="1"/>
          </p:cNvSpPr>
          <p:nvPr>
            <p:ph type="body" sz="half" idx="1"/>
          </p:nvPr>
        </p:nvSpPr>
        <p:spPr>
          <a:xfrm>
            <a:off x="1219200" y="1872050"/>
            <a:ext cx="6639697" cy="4590534"/>
          </a:xfrm>
        </p:spPr>
        <p:txBody>
          <a:bodyPr/>
          <a:lstStyle/>
          <a:p>
            <a:pPr eaLnBrk="1" hangingPunct="1"/>
            <a:r>
              <a:rPr lang="nl-NL" sz="2800" dirty="0">
                <a:ea typeface="ＭＳ Ｐゴシック" pitchFamily="34" charset="-128"/>
              </a:rPr>
              <a:t>De som van alle scores gedeeld door het totale aantal waarnemingen:</a:t>
            </a:r>
          </a:p>
          <a:p>
            <a:pPr lvl="1" eaLnBrk="1" hangingPunct="1"/>
            <a:r>
              <a:rPr lang="nl-NL" sz="2800" dirty="0">
                <a:ea typeface="ＭＳ Ｐゴシック" pitchFamily="34" charset="-128"/>
              </a:rPr>
              <a:t>1, 2, 3, 4, 5 </a:t>
            </a:r>
            <a:r>
              <a:rPr lang="nl-NL" sz="2800" dirty="0">
                <a:ea typeface="ＭＳ Ｐゴシック" pitchFamily="34" charset="-128"/>
                <a:sym typeface="Wingdings" pitchFamily="-84" charset="2"/>
              </a:rPr>
              <a:t> gemiddelde is 15/5 = 3</a:t>
            </a:r>
          </a:p>
          <a:p>
            <a:pPr lvl="1" eaLnBrk="1" hangingPunct="1"/>
            <a:r>
              <a:rPr lang="nl-NL" sz="2800" dirty="0">
                <a:ea typeface="ＭＳ Ｐゴシック" pitchFamily="34" charset="-128"/>
                <a:sym typeface="Wingdings" pitchFamily="-84" charset="2"/>
              </a:rPr>
              <a:t>2, 4, 6, 8, 10 </a:t>
            </a:r>
          </a:p>
          <a:p>
            <a:pPr lvl="1" eaLnBrk="1" hangingPunct="1">
              <a:buFont typeface="Arial" pitchFamily="34" charset="0"/>
              <a:buNone/>
            </a:pPr>
            <a:r>
              <a:rPr lang="nl-NL" sz="2800" dirty="0">
                <a:ea typeface="ＭＳ Ｐゴシック" pitchFamily="34" charset="-128"/>
                <a:sym typeface="Wingdings" pitchFamily="-84" charset="2"/>
              </a:rPr>
              <a:t>	gemiddelde is 30/5 = 6</a:t>
            </a:r>
          </a:p>
          <a:p>
            <a:pPr lvl="1" eaLnBrk="1" hangingPunct="1">
              <a:buFont typeface="Arial" pitchFamily="34" charset="0"/>
              <a:buNone/>
            </a:pPr>
            <a:endParaRPr lang="nl-NL" sz="2800" dirty="0">
              <a:ea typeface="ＭＳ Ｐゴシック" pitchFamily="34" charset="-128"/>
              <a:sym typeface="Wingdings" pitchFamily="-84" charset="2"/>
            </a:endParaRPr>
          </a:p>
          <a:p>
            <a:pPr eaLnBrk="1" hangingPunct="1"/>
            <a:r>
              <a:rPr lang="nl-NL" sz="2800" dirty="0">
                <a:ea typeface="ＭＳ Ｐゴシック" pitchFamily="34" charset="-128"/>
                <a:sym typeface="Wingdings" pitchFamily="-84" charset="2"/>
              </a:rPr>
              <a:t>Gewogen gemiddelde:</a:t>
            </a:r>
          </a:p>
          <a:p>
            <a:pPr lvl="1" eaLnBrk="1" hangingPunct="1">
              <a:buFont typeface="Arial" pitchFamily="34" charset="0"/>
              <a:buNone/>
            </a:pPr>
            <a:r>
              <a:rPr lang="nl-NL" sz="2800" dirty="0">
                <a:ea typeface="ＭＳ Ｐゴシック" pitchFamily="34" charset="-128"/>
                <a:sym typeface="Wingdings" pitchFamily="-84" charset="2"/>
              </a:rPr>
              <a:t>(weging x waarneming)/ totaal van de weging</a:t>
            </a:r>
          </a:p>
          <a:p>
            <a:pPr lvl="1" eaLnBrk="1" hangingPunct="1"/>
            <a:endParaRPr lang="nl-NL" sz="2800" dirty="0">
              <a:ea typeface="ＭＳ Ｐゴシック" pitchFamily="34" charset="-128"/>
            </a:endParaRPr>
          </a:p>
          <a:p>
            <a:pPr eaLnBrk="1" hangingPunct="1"/>
            <a:endParaRPr lang="nl-NL" sz="2800" dirty="0">
              <a:ea typeface="ＭＳ Ｐゴシック" pitchFamily="34" charset="-128"/>
            </a:endParaRPr>
          </a:p>
        </p:txBody>
      </p:sp>
      <p:graphicFrame>
        <p:nvGraphicFramePr>
          <p:cNvPr id="37890" name="Object 4"/>
          <p:cNvGraphicFramePr>
            <a:graphicFrameLocks noGrp="1" noChangeAspect="1"/>
          </p:cNvGraphicFramePr>
          <p:nvPr>
            <p:ph sz="half" idx="2"/>
            <p:extLst>
              <p:ext uri="{D42A27DB-BD31-4B8C-83A1-F6EECF244321}">
                <p14:modId xmlns:p14="http://schemas.microsoft.com/office/powerpoint/2010/main" val="918748678"/>
              </p:ext>
            </p:extLst>
          </p:nvPr>
        </p:nvGraphicFramePr>
        <p:xfrm>
          <a:off x="8287265" y="2707523"/>
          <a:ext cx="2514600" cy="2011363"/>
        </p:xfrm>
        <a:graphic>
          <a:graphicData uri="http://schemas.openxmlformats.org/presentationml/2006/ole">
            <mc:AlternateContent xmlns:mc="http://schemas.openxmlformats.org/markup-compatibility/2006">
              <mc:Choice xmlns:v="urn:schemas-microsoft-com:vml" Requires="v">
                <p:oleObj spid="_x0000_s2054" name="Equation" r:id="rId3" imgW="761669" imgH="609336" progId="Equation.DSMT4">
                  <p:embed/>
                </p:oleObj>
              </mc:Choice>
              <mc:Fallback>
                <p:oleObj name="Equation" r:id="rId3" imgW="761669" imgH="609336" progId="Equation.DSMT4">
                  <p:embed/>
                  <p:pic>
                    <p:nvPicPr>
                      <p:cNvPr id="37890" name="Object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287265" y="2707523"/>
                        <a:ext cx="2514600" cy="20113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6" name="Tijdelijke aanduiding voor tekst 1">
            <a:extLst>
              <a:ext uri="{FF2B5EF4-FFF2-40B4-BE49-F238E27FC236}">
                <a16:creationId xmlns:a16="http://schemas.microsoft.com/office/drawing/2014/main" id="{339BD5A3-512C-7C47-B269-2E6B9FE9CB72}"/>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197192919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8915" name="Rectangle 2"/>
          <p:cNvSpPr>
            <a:spLocks noGrp="1" noChangeArrowheads="1"/>
          </p:cNvSpPr>
          <p:nvPr>
            <p:ph type="title"/>
          </p:nvPr>
        </p:nvSpPr>
        <p:spPr>
          <a:xfrm>
            <a:off x="518984" y="1205676"/>
            <a:ext cx="11578281" cy="938003"/>
          </a:xfrm>
        </p:spPr>
        <p:txBody>
          <a:bodyPr/>
          <a:lstStyle/>
          <a:p>
            <a:pPr eaLnBrk="1" hangingPunct="1"/>
            <a:r>
              <a:rPr lang="nl-NL" dirty="0">
                <a:ea typeface="ＭＳ Ｐゴシック" pitchFamily="34" charset="-128"/>
              </a:rPr>
              <a:t>Spreidingsmaten: </a:t>
            </a:r>
            <a:br>
              <a:rPr lang="nl-NL" dirty="0">
                <a:ea typeface="ＭＳ Ｐゴシック" pitchFamily="34" charset="-128"/>
              </a:rPr>
            </a:br>
            <a:r>
              <a:rPr lang="nl-NL" dirty="0">
                <a:ea typeface="ＭＳ Ｐゴシック" pitchFamily="34" charset="-128"/>
              </a:rPr>
              <a:t>variatiebreedte &amp; </a:t>
            </a:r>
            <a:r>
              <a:rPr lang="nl-NL" dirty="0" err="1">
                <a:ea typeface="ＭＳ Ｐゴシック" pitchFamily="34" charset="-128"/>
              </a:rPr>
              <a:t>interkwartielafstand</a:t>
            </a:r>
            <a:endParaRPr lang="nl-NL" dirty="0">
              <a:ea typeface="ＭＳ Ｐゴシック" pitchFamily="34" charset="-128"/>
            </a:endParaRPr>
          </a:p>
        </p:txBody>
      </p:sp>
      <p:sp>
        <p:nvSpPr>
          <p:cNvPr id="38916" name="Rectangle 3"/>
          <p:cNvSpPr>
            <a:spLocks noGrp="1" noChangeArrowheads="1"/>
          </p:cNvSpPr>
          <p:nvPr>
            <p:ph type="body" idx="1"/>
          </p:nvPr>
        </p:nvSpPr>
        <p:spPr>
          <a:xfrm>
            <a:off x="518984" y="2399632"/>
            <a:ext cx="10441359" cy="3815116"/>
          </a:xfrm>
        </p:spPr>
        <p:txBody>
          <a:bodyPr/>
          <a:lstStyle/>
          <a:p>
            <a:pPr eaLnBrk="1" hangingPunct="1"/>
            <a:r>
              <a:rPr lang="nl-NL" sz="2400" dirty="0">
                <a:ea typeface="ＭＳ Ｐゴシック" pitchFamily="34" charset="-128"/>
              </a:rPr>
              <a:t>Variatiebreedte:</a:t>
            </a:r>
          </a:p>
          <a:p>
            <a:pPr lvl="1" eaLnBrk="1" hangingPunct="1">
              <a:buFont typeface="Arial" pitchFamily="34" charset="0"/>
              <a:buNone/>
            </a:pPr>
            <a:r>
              <a:rPr lang="nl-NL" sz="2400" dirty="0">
                <a:ea typeface="ＭＳ Ｐゴシック" pitchFamily="34" charset="-128"/>
              </a:rPr>
              <a:t>Het verschil tussen de minimum- en de maximumscore</a:t>
            </a:r>
          </a:p>
          <a:p>
            <a:pPr lvl="1" eaLnBrk="1" hangingPunct="1"/>
            <a:r>
              <a:rPr lang="nl-NL" sz="2400" dirty="0">
                <a:ea typeface="ＭＳ Ｐゴシック" pitchFamily="34" charset="-128"/>
              </a:rPr>
              <a:t>Minimale leeftijd in je steekproef is 18</a:t>
            </a:r>
          </a:p>
          <a:p>
            <a:pPr lvl="1" eaLnBrk="1" hangingPunct="1"/>
            <a:r>
              <a:rPr lang="nl-NL" sz="2400" dirty="0">
                <a:ea typeface="ＭＳ Ｐゴシック" pitchFamily="34" charset="-128"/>
              </a:rPr>
              <a:t>Maximale leeftijd in je steekproef is 65</a:t>
            </a:r>
          </a:p>
          <a:p>
            <a:pPr lvl="1" eaLnBrk="1" hangingPunct="1"/>
            <a:r>
              <a:rPr lang="nl-NL" sz="2400" dirty="0">
                <a:ea typeface="ＭＳ Ｐゴシック" pitchFamily="34" charset="-128"/>
              </a:rPr>
              <a:t>Variatiebreedte = 65 – 18 = 47</a:t>
            </a:r>
          </a:p>
          <a:p>
            <a:pPr marL="253168" lvl="1" indent="0" eaLnBrk="1" hangingPunct="1">
              <a:buNone/>
            </a:pPr>
            <a:endParaRPr lang="nl-NL" sz="2400" dirty="0">
              <a:ea typeface="ＭＳ Ｐゴシック" pitchFamily="34" charset="-128"/>
            </a:endParaRPr>
          </a:p>
          <a:p>
            <a:pPr eaLnBrk="1" hangingPunct="1"/>
            <a:r>
              <a:rPr lang="nl-NL" sz="2400" dirty="0" err="1">
                <a:ea typeface="ＭＳ Ｐゴシック" pitchFamily="34" charset="-128"/>
              </a:rPr>
              <a:t>Interkwartielafstand</a:t>
            </a:r>
            <a:r>
              <a:rPr lang="nl-NL" sz="2400" dirty="0">
                <a:ea typeface="ＭＳ Ｐゴシック" pitchFamily="34" charset="-128"/>
              </a:rPr>
              <a:t>:</a:t>
            </a:r>
          </a:p>
          <a:p>
            <a:pPr lvl="1" eaLnBrk="1" hangingPunct="1">
              <a:buFont typeface="Arial" pitchFamily="34" charset="0"/>
              <a:buNone/>
            </a:pPr>
            <a:r>
              <a:rPr lang="nl-NL" sz="2400" dirty="0">
                <a:ea typeface="ＭＳ Ｐゴシック" pitchFamily="34" charset="-128"/>
              </a:rPr>
              <a:t>De middelste 50% van je waarnemingen</a:t>
            </a:r>
          </a:p>
          <a:p>
            <a:pPr lvl="1" eaLnBrk="1" hangingPunct="1"/>
            <a:r>
              <a:rPr lang="nl-NL" sz="2400" dirty="0">
                <a:ea typeface="ＭＳ Ｐゴシック" pitchFamily="34" charset="-128"/>
              </a:rPr>
              <a:t>75ste percentiel – 25ste percentiel</a:t>
            </a:r>
          </a:p>
          <a:p>
            <a:pPr lvl="1" eaLnBrk="1" hangingPunct="1"/>
            <a:endParaRPr lang="nl-NL" sz="2400" dirty="0">
              <a:ea typeface="ＭＳ Ｐゴシック" pitchFamily="34" charset="-128"/>
            </a:endParaRPr>
          </a:p>
        </p:txBody>
      </p:sp>
      <p:sp>
        <p:nvSpPr>
          <p:cNvPr id="5" name="Tijdelijke aanduiding voor tekst 1">
            <a:extLst>
              <a:ext uri="{FF2B5EF4-FFF2-40B4-BE49-F238E27FC236}">
                <a16:creationId xmlns:a16="http://schemas.microsoft.com/office/drawing/2014/main" id="{75E31594-325B-674E-BC3C-707E0647B49A}"/>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95257430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1" name="Rectangle 2"/>
          <p:cNvSpPr>
            <a:spLocks noGrp="1" noChangeArrowheads="1"/>
          </p:cNvSpPr>
          <p:nvPr>
            <p:ph type="title"/>
          </p:nvPr>
        </p:nvSpPr>
        <p:spPr>
          <a:xfrm>
            <a:off x="1219200" y="929530"/>
            <a:ext cx="9753600" cy="1143000"/>
          </a:xfrm>
        </p:spPr>
        <p:txBody>
          <a:bodyPr/>
          <a:lstStyle/>
          <a:p>
            <a:pPr eaLnBrk="1" hangingPunct="1"/>
            <a:r>
              <a:rPr lang="nl-NL" dirty="0">
                <a:ea typeface="ＭＳ Ｐゴシック" pitchFamily="34" charset="-128"/>
              </a:rPr>
              <a:t>Spreidingsmaten in de populatie variantie en standaarddeviatie</a:t>
            </a:r>
          </a:p>
        </p:txBody>
      </p:sp>
      <p:sp>
        <p:nvSpPr>
          <p:cNvPr id="39942" name="Rectangle 3"/>
          <p:cNvSpPr>
            <a:spLocks noGrp="1" noChangeArrowheads="1"/>
          </p:cNvSpPr>
          <p:nvPr>
            <p:ph type="body" sz="half" idx="1"/>
          </p:nvPr>
        </p:nvSpPr>
        <p:spPr>
          <a:xfrm>
            <a:off x="1219200" y="2641471"/>
            <a:ext cx="4775200" cy="4525963"/>
          </a:xfrm>
        </p:spPr>
        <p:txBody>
          <a:bodyPr/>
          <a:lstStyle/>
          <a:p>
            <a:pPr eaLnBrk="1" hangingPunct="1"/>
            <a:r>
              <a:rPr lang="nl-NL" sz="2400" dirty="0">
                <a:ea typeface="ＭＳ Ｐゴシック" pitchFamily="34" charset="-128"/>
              </a:rPr>
              <a:t>Variantie: (de gemiddelde afwijking van het gemiddelde)</a:t>
            </a:r>
            <a:r>
              <a:rPr lang="en-US" sz="2400" dirty="0">
                <a:ea typeface="ＭＳ Ｐゴシック" pitchFamily="34" charset="-128"/>
                <a:cs typeface="Arial" pitchFamily="34" charset="0"/>
              </a:rPr>
              <a:t>: </a:t>
            </a:r>
          </a:p>
          <a:p>
            <a:pPr eaLnBrk="1" hangingPunct="1"/>
            <a:endParaRPr lang="en-US" sz="2400" dirty="0">
              <a:ea typeface="ＭＳ Ｐゴシック" pitchFamily="34" charset="-128"/>
              <a:cs typeface="Arial" pitchFamily="34" charset="0"/>
            </a:endParaRPr>
          </a:p>
          <a:p>
            <a:pPr eaLnBrk="1" hangingPunct="1"/>
            <a:endParaRPr lang="en-US" sz="2400" dirty="0">
              <a:ea typeface="ＭＳ Ｐゴシック" pitchFamily="34" charset="-128"/>
              <a:cs typeface="Arial" pitchFamily="34" charset="0"/>
            </a:endParaRPr>
          </a:p>
          <a:p>
            <a:pPr eaLnBrk="1" hangingPunct="1"/>
            <a:endParaRPr lang="en-US" sz="2400" dirty="0">
              <a:ea typeface="ＭＳ Ｐゴシック" pitchFamily="34" charset="-128"/>
              <a:cs typeface="Arial" pitchFamily="34" charset="0"/>
            </a:endParaRPr>
          </a:p>
          <a:p>
            <a:pPr eaLnBrk="1" hangingPunct="1"/>
            <a:r>
              <a:rPr lang="en-US" sz="2400" dirty="0" err="1">
                <a:ea typeface="ＭＳ Ｐゴシック" pitchFamily="34" charset="-128"/>
                <a:cs typeface="Arial" pitchFamily="34" charset="0"/>
              </a:rPr>
              <a:t>Standaarddeviatie</a:t>
            </a:r>
            <a:r>
              <a:rPr lang="en-US" sz="2400" dirty="0">
                <a:ea typeface="ＭＳ Ｐゴシック" pitchFamily="34" charset="-128"/>
                <a:cs typeface="Arial" pitchFamily="34" charset="0"/>
              </a:rPr>
              <a:t>: de </a:t>
            </a:r>
            <a:r>
              <a:rPr lang="en-US" sz="2400" dirty="0" err="1">
                <a:ea typeface="ＭＳ Ｐゴシック" pitchFamily="34" charset="-128"/>
                <a:cs typeface="Arial" pitchFamily="34" charset="0"/>
              </a:rPr>
              <a:t>wortel</a:t>
            </a:r>
            <a:r>
              <a:rPr lang="en-US" sz="2400" dirty="0">
                <a:ea typeface="ＭＳ Ｐゴシック" pitchFamily="34" charset="-128"/>
                <a:cs typeface="Arial" pitchFamily="34" charset="0"/>
              </a:rPr>
              <a:t> </a:t>
            </a:r>
            <a:r>
              <a:rPr lang="en-US" sz="2400" dirty="0" err="1">
                <a:ea typeface="ＭＳ Ｐゴシック" pitchFamily="34" charset="-128"/>
                <a:cs typeface="Arial" pitchFamily="34" charset="0"/>
              </a:rPr>
              <a:t>uit</a:t>
            </a:r>
            <a:r>
              <a:rPr lang="en-US" sz="2400" dirty="0">
                <a:ea typeface="ＭＳ Ｐゴシック" pitchFamily="34" charset="-128"/>
                <a:cs typeface="Arial" pitchFamily="34" charset="0"/>
              </a:rPr>
              <a:t> de </a:t>
            </a:r>
            <a:r>
              <a:rPr lang="en-US" sz="2400" dirty="0" err="1">
                <a:ea typeface="ＭＳ Ｐゴシック" pitchFamily="34" charset="-128"/>
                <a:cs typeface="Arial" pitchFamily="34" charset="0"/>
              </a:rPr>
              <a:t>variantie</a:t>
            </a:r>
            <a:r>
              <a:rPr lang="en-US" sz="2400" dirty="0">
                <a:ea typeface="ＭＳ Ｐゴシック" pitchFamily="34" charset="-128"/>
                <a:cs typeface="Arial" pitchFamily="34" charset="0"/>
              </a:rPr>
              <a:t>: </a:t>
            </a:r>
          </a:p>
          <a:p>
            <a:pPr eaLnBrk="1" hangingPunct="1">
              <a:buFontTx/>
              <a:buNone/>
            </a:pPr>
            <a:r>
              <a:rPr lang="en-US" sz="2400" dirty="0">
                <a:ea typeface="ＭＳ Ｐゴシック" pitchFamily="34" charset="-128"/>
                <a:cs typeface="Arial" pitchFamily="34" charset="0"/>
              </a:rPr>
              <a:t>	</a:t>
            </a:r>
          </a:p>
          <a:p>
            <a:pPr eaLnBrk="1" hangingPunct="1">
              <a:buFontTx/>
              <a:buNone/>
            </a:pPr>
            <a:endParaRPr lang="en-US" sz="2400" dirty="0">
              <a:ea typeface="ＭＳ Ｐゴシック" pitchFamily="34" charset="-128"/>
              <a:cs typeface="Arial" pitchFamily="34" charset="0"/>
            </a:endParaRPr>
          </a:p>
        </p:txBody>
      </p:sp>
      <p:graphicFrame>
        <p:nvGraphicFramePr>
          <p:cNvPr id="39938" name="Object 6"/>
          <p:cNvGraphicFramePr>
            <a:graphicFrameLocks noGrp="1" noChangeAspect="1"/>
          </p:cNvGraphicFramePr>
          <p:nvPr>
            <p:ph sz="quarter" idx="3"/>
            <p:extLst>
              <p:ext uri="{D42A27DB-BD31-4B8C-83A1-F6EECF244321}">
                <p14:modId xmlns:p14="http://schemas.microsoft.com/office/powerpoint/2010/main" val="1251063324"/>
              </p:ext>
            </p:extLst>
          </p:nvPr>
        </p:nvGraphicFramePr>
        <p:xfrm>
          <a:off x="7486135" y="4745853"/>
          <a:ext cx="2363788" cy="935038"/>
        </p:xfrm>
        <a:graphic>
          <a:graphicData uri="http://schemas.openxmlformats.org/presentationml/2006/ole">
            <mc:AlternateContent xmlns:mc="http://schemas.openxmlformats.org/markup-compatibility/2006">
              <mc:Choice xmlns:v="urn:schemas-microsoft-com:vml" Requires="v">
                <p:oleObj spid="_x0000_s3083" name="Vergelijking" r:id="rId3" imgW="546100" imgH="215900" progId="Equation.3">
                  <p:embed/>
                </p:oleObj>
              </mc:Choice>
              <mc:Fallback>
                <p:oleObj name="Vergelijking" r:id="rId3" imgW="546100" imgH="215900" progId="Equation.3">
                  <p:embed/>
                  <p:pic>
                    <p:nvPicPr>
                      <p:cNvPr id="39938" name="Object 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486135" y="4745853"/>
                        <a:ext cx="2363788"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39939" name="Object 3"/>
          <p:cNvGraphicFramePr>
            <a:graphicFrameLocks noChangeAspect="1"/>
          </p:cNvGraphicFramePr>
          <p:nvPr>
            <p:extLst>
              <p:ext uri="{D42A27DB-BD31-4B8C-83A1-F6EECF244321}">
                <p14:modId xmlns:p14="http://schemas.microsoft.com/office/powerpoint/2010/main" val="2701139111"/>
              </p:ext>
            </p:extLst>
          </p:nvPr>
        </p:nvGraphicFramePr>
        <p:xfrm>
          <a:off x="6691312" y="2320700"/>
          <a:ext cx="4281488" cy="1928813"/>
        </p:xfrm>
        <a:graphic>
          <a:graphicData uri="http://schemas.openxmlformats.org/presentationml/2006/ole">
            <mc:AlternateContent xmlns:mc="http://schemas.openxmlformats.org/markup-compatibility/2006">
              <mc:Choice xmlns:v="urn:schemas-microsoft-com:vml" Requires="v">
                <p:oleObj spid="_x0000_s3084" name="Vergelijking" r:id="rId5" imgW="1016000" imgH="457200" progId="Equation.3">
                  <p:embed/>
                </p:oleObj>
              </mc:Choice>
              <mc:Fallback>
                <p:oleObj name="Vergelijking" r:id="rId5" imgW="1016000" imgH="457200" progId="Equation.3">
                  <p:embed/>
                  <p:pic>
                    <p:nvPicPr>
                      <p:cNvPr id="39939" name="Object 3"/>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91312" y="2320700"/>
                        <a:ext cx="4281488" cy="192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7" name="Tijdelijke aanduiding voor tekst 1">
            <a:extLst>
              <a:ext uri="{FF2B5EF4-FFF2-40B4-BE49-F238E27FC236}">
                <a16:creationId xmlns:a16="http://schemas.microsoft.com/office/drawing/2014/main" id="{AA9291AA-3DAB-6F48-A9B8-3C3A552C205A}"/>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9788563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2" name="Titel 1"/>
          <p:cNvSpPr>
            <a:spLocks noGrp="1"/>
          </p:cNvSpPr>
          <p:nvPr>
            <p:ph type="title"/>
          </p:nvPr>
        </p:nvSpPr>
        <p:spPr/>
        <p:txBody>
          <a:bodyPr/>
          <a:lstStyle/>
          <a:p>
            <a:r>
              <a:rPr lang="nl-NL">
                <a:ea typeface="ＭＳ Ｐゴシック" pitchFamily="34" charset="-128"/>
              </a:rPr>
              <a:t>Vrijheidsgraden</a:t>
            </a:r>
          </a:p>
        </p:txBody>
      </p:sp>
      <p:sp>
        <p:nvSpPr>
          <p:cNvPr id="40963" name="Tijdelijke aanduiding voor tekst 2"/>
          <p:cNvSpPr>
            <a:spLocks noGrp="1"/>
          </p:cNvSpPr>
          <p:nvPr>
            <p:ph type="body" sz="half" idx="1"/>
          </p:nvPr>
        </p:nvSpPr>
        <p:spPr>
          <a:xfrm>
            <a:off x="1219200" y="1736126"/>
            <a:ext cx="7848600" cy="3774988"/>
          </a:xfrm>
        </p:spPr>
        <p:txBody>
          <a:bodyPr/>
          <a:lstStyle/>
          <a:p>
            <a:r>
              <a:rPr lang="nl-NL" sz="2400" b="1" dirty="0">
                <a:ea typeface="ＭＳ Ｐゴシック" pitchFamily="34" charset="-128"/>
              </a:rPr>
              <a:t>Definitie</a:t>
            </a:r>
            <a:r>
              <a:rPr lang="nl-NL" sz="2400" dirty="0">
                <a:ea typeface="ＭＳ Ｐゴシック" pitchFamily="34" charset="-128"/>
              </a:rPr>
              <a:t>: Aantal onafhankelijke waarnemingen die je van een variabele kunt maken</a:t>
            </a:r>
          </a:p>
          <a:p>
            <a:pPr marL="0" indent="0">
              <a:buNone/>
            </a:pPr>
            <a:endParaRPr lang="nl-NL" sz="2400" dirty="0">
              <a:ea typeface="ＭＳ Ｐゴシック" pitchFamily="34" charset="-128"/>
            </a:endParaRPr>
          </a:p>
          <a:p>
            <a:r>
              <a:rPr lang="nl-NL" sz="2400" b="1" dirty="0">
                <a:ea typeface="ＭＳ Ｐゴシック" pitchFamily="34" charset="-128"/>
              </a:rPr>
              <a:t>Doel</a:t>
            </a:r>
            <a:r>
              <a:rPr lang="nl-NL" sz="2400" dirty="0">
                <a:ea typeface="ＭＳ Ｐゴシック" pitchFamily="34" charset="-128"/>
              </a:rPr>
              <a:t>: correctie op ‘onzekerheid’ bij gebruik steekproef</a:t>
            </a:r>
          </a:p>
          <a:p>
            <a:pPr marL="0" indent="0">
              <a:buNone/>
            </a:pPr>
            <a:endParaRPr lang="nl-NL" sz="2400" dirty="0">
              <a:ea typeface="ＭＳ Ｐゴシック" pitchFamily="34" charset="-128"/>
            </a:endParaRPr>
          </a:p>
          <a:p>
            <a:r>
              <a:rPr lang="nl-NL" sz="2400" b="1" dirty="0">
                <a:ea typeface="ＭＳ Ｐゴシック" pitchFamily="34" charset="-128"/>
              </a:rPr>
              <a:t>Voorbeeld</a:t>
            </a:r>
            <a:r>
              <a:rPr lang="nl-NL" sz="2400" dirty="0">
                <a:ea typeface="ＭＳ Ｐゴシック" pitchFamily="34" charset="-128"/>
              </a:rPr>
              <a:t>:</a:t>
            </a:r>
          </a:p>
          <a:p>
            <a:pPr lvl="1"/>
            <a:r>
              <a:rPr lang="nl-NL" sz="2400" dirty="0">
                <a:ea typeface="ＭＳ Ｐゴシック" pitchFamily="34" charset="-128"/>
              </a:rPr>
              <a:t>Gemiddelde leeftijd van vier studenten is 20</a:t>
            </a:r>
          </a:p>
          <a:p>
            <a:pPr lvl="1"/>
            <a:r>
              <a:rPr lang="nl-NL" sz="2400" dirty="0">
                <a:ea typeface="ＭＳ Ｐゴシック" pitchFamily="34" charset="-128"/>
              </a:rPr>
              <a:t>Drie keer schatten </a:t>
            </a:r>
            <a:r>
              <a:rPr lang="nl-NL" sz="2400" dirty="0">
                <a:ea typeface="ＭＳ Ｐゴシック" pitchFamily="34" charset="-128"/>
                <a:sym typeface="Wingdings" pitchFamily="-84" charset="2"/>
              </a:rPr>
              <a:t> de vierde ligt vast</a:t>
            </a:r>
          </a:p>
          <a:p>
            <a:pPr lvl="1"/>
            <a:r>
              <a:rPr lang="nl-NL" sz="2400" dirty="0">
                <a:ea typeface="ＭＳ Ｐゴシック" pitchFamily="34" charset="-128"/>
                <a:sym typeface="Wingdings" pitchFamily="-84" charset="2"/>
              </a:rPr>
              <a:t>21, 20, en 17  vierde = 22. </a:t>
            </a:r>
            <a:endParaRPr lang="nl-NL" sz="2400" dirty="0">
              <a:ea typeface="ＭＳ Ｐゴシック" pitchFamily="34" charset="-128"/>
            </a:endParaRPr>
          </a:p>
        </p:txBody>
      </p:sp>
      <p:sp>
        <p:nvSpPr>
          <p:cNvPr id="5" name="Tijdelijke aanduiding voor tekst 1">
            <a:extLst>
              <a:ext uri="{FF2B5EF4-FFF2-40B4-BE49-F238E27FC236}">
                <a16:creationId xmlns:a16="http://schemas.microsoft.com/office/drawing/2014/main" id="{11A39ADB-20F9-A345-ADF9-3C6CF644C56E}"/>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2247883369"/>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itel 1"/>
          <p:cNvSpPr>
            <a:spLocks noGrp="1"/>
          </p:cNvSpPr>
          <p:nvPr>
            <p:ph type="title"/>
          </p:nvPr>
        </p:nvSpPr>
        <p:spPr/>
        <p:txBody>
          <a:bodyPr/>
          <a:lstStyle/>
          <a:p>
            <a:r>
              <a:rPr lang="nl-NL">
                <a:ea typeface="ＭＳ Ｐゴシック" pitchFamily="34" charset="-128"/>
              </a:rPr>
              <a:t>Spreidingsmaten in de steekproef</a:t>
            </a:r>
          </a:p>
        </p:txBody>
      </p:sp>
      <p:sp>
        <p:nvSpPr>
          <p:cNvPr id="41989" name="Tijdelijke aanduiding voor tekst 2"/>
          <p:cNvSpPr>
            <a:spLocks noGrp="1"/>
          </p:cNvSpPr>
          <p:nvPr>
            <p:ph type="body" sz="half" idx="1"/>
          </p:nvPr>
        </p:nvSpPr>
        <p:spPr>
          <a:xfrm>
            <a:off x="1219200" y="1600201"/>
            <a:ext cx="4800600" cy="4525963"/>
          </a:xfrm>
        </p:spPr>
        <p:txBody>
          <a:bodyPr/>
          <a:lstStyle/>
          <a:p>
            <a:r>
              <a:rPr lang="nl-NL" sz="2800" dirty="0">
                <a:ea typeface="ＭＳ Ｐゴシック" pitchFamily="34" charset="-128"/>
              </a:rPr>
              <a:t>Steekproefvariantie</a:t>
            </a:r>
          </a:p>
          <a:p>
            <a:endParaRPr lang="nl-NL" sz="2800" dirty="0">
              <a:ea typeface="ＭＳ Ｐゴシック" pitchFamily="34" charset="-128"/>
            </a:endParaRPr>
          </a:p>
          <a:p>
            <a:endParaRPr lang="nl-NL" sz="2800" dirty="0">
              <a:ea typeface="ＭＳ Ｐゴシック" pitchFamily="34" charset="-128"/>
            </a:endParaRPr>
          </a:p>
          <a:p>
            <a:endParaRPr lang="nl-NL" sz="2800" dirty="0">
              <a:ea typeface="ＭＳ Ｐゴシック" pitchFamily="34" charset="-128"/>
            </a:endParaRPr>
          </a:p>
          <a:p>
            <a:endParaRPr lang="nl-NL" dirty="0">
              <a:ea typeface="ＭＳ Ｐゴシック" pitchFamily="34" charset="-128"/>
            </a:endParaRPr>
          </a:p>
          <a:p>
            <a:endParaRPr lang="nl-NL" dirty="0">
              <a:ea typeface="ＭＳ Ｐゴシック" pitchFamily="34" charset="-128"/>
            </a:endParaRPr>
          </a:p>
          <a:p>
            <a:endParaRPr lang="nl-NL" dirty="0">
              <a:ea typeface="ＭＳ Ｐゴシック" pitchFamily="34" charset="-128"/>
            </a:endParaRPr>
          </a:p>
          <a:p>
            <a:r>
              <a:rPr lang="nl-NL" sz="2800" dirty="0">
                <a:ea typeface="ＭＳ Ｐゴシック" pitchFamily="34" charset="-128"/>
              </a:rPr>
              <a:t>Steekproef standaardafwijking </a:t>
            </a:r>
          </a:p>
          <a:p>
            <a:endParaRPr lang="nl-NL" dirty="0">
              <a:ea typeface="ＭＳ Ｐゴシック" pitchFamily="34" charset="-128"/>
            </a:endParaRPr>
          </a:p>
          <a:p>
            <a:endParaRPr lang="nl-NL" dirty="0">
              <a:ea typeface="ＭＳ Ｐゴシック" pitchFamily="34" charset="-128"/>
            </a:endParaRPr>
          </a:p>
          <a:p>
            <a:endParaRPr lang="nl-NL" dirty="0">
              <a:ea typeface="ＭＳ Ｐゴシック" pitchFamily="34" charset="-128"/>
            </a:endParaRPr>
          </a:p>
          <a:p>
            <a:endParaRPr lang="nl-NL" dirty="0">
              <a:ea typeface="ＭＳ Ｐゴシック" pitchFamily="34" charset="-128"/>
            </a:endParaRPr>
          </a:p>
          <a:p>
            <a:endParaRPr lang="nl-NL" dirty="0">
              <a:ea typeface="ＭＳ Ｐゴシック" pitchFamily="34" charset="-128"/>
            </a:endParaRPr>
          </a:p>
        </p:txBody>
      </p:sp>
      <p:graphicFrame>
        <p:nvGraphicFramePr>
          <p:cNvPr id="41986" name="Object 2"/>
          <p:cNvGraphicFramePr>
            <a:graphicFrameLocks noChangeAspect="1"/>
          </p:cNvGraphicFramePr>
          <p:nvPr/>
        </p:nvGraphicFramePr>
        <p:xfrm>
          <a:off x="6045200" y="1701801"/>
          <a:ext cx="4173538" cy="1928813"/>
        </p:xfrm>
        <a:graphic>
          <a:graphicData uri="http://schemas.openxmlformats.org/presentationml/2006/ole">
            <mc:AlternateContent xmlns:mc="http://schemas.openxmlformats.org/markup-compatibility/2006">
              <mc:Choice xmlns:v="urn:schemas-microsoft-com:vml" Requires="v">
                <p:oleObj spid="_x0000_s4107" name="Vergelijking" r:id="rId3" imgW="990600" imgH="457200" progId="Equation.3">
                  <p:embed/>
                </p:oleObj>
              </mc:Choice>
              <mc:Fallback>
                <p:oleObj name="Vergelijking" r:id="rId3" imgW="990600" imgH="457200" progId="Equation.3">
                  <p:embed/>
                  <p:pic>
                    <p:nvPicPr>
                      <p:cNvPr id="41986"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045200" y="1701801"/>
                        <a:ext cx="4173538" cy="19288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1987" name="Object 6"/>
          <p:cNvGraphicFramePr>
            <a:graphicFrameLocks noChangeAspect="1"/>
          </p:cNvGraphicFramePr>
          <p:nvPr/>
        </p:nvGraphicFramePr>
        <p:xfrm>
          <a:off x="6434139" y="3917950"/>
          <a:ext cx="2143125" cy="935038"/>
        </p:xfrm>
        <a:graphic>
          <a:graphicData uri="http://schemas.openxmlformats.org/presentationml/2006/ole">
            <mc:AlternateContent xmlns:mc="http://schemas.openxmlformats.org/markup-compatibility/2006">
              <mc:Choice xmlns:v="urn:schemas-microsoft-com:vml" Requires="v">
                <p:oleObj spid="_x0000_s4108" name="Vergelijking" r:id="rId5" imgW="495300" imgH="215900" progId="Equation.3">
                  <p:embed/>
                </p:oleObj>
              </mc:Choice>
              <mc:Fallback>
                <p:oleObj name="Vergelijking" r:id="rId5" imgW="495300" imgH="215900" progId="Equation.3">
                  <p:embed/>
                  <p:pic>
                    <p:nvPicPr>
                      <p:cNvPr id="41987" name="Object 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4139" y="3917950"/>
                        <a:ext cx="2143125" cy="93503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7" name="Tijdelijke aanduiding voor tekst 1">
            <a:extLst>
              <a:ext uri="{FF2B5EF4-FFF2-40B4-BE49-F238E27FC236}">
                <a16:creationId xmlns:a16="http://schemas.microsoft.com/office/drawing/2014/main" id="{FBE60B44-4EB7-0E40-B721-7CF296FF1074}"/>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249195243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a:extLst>
              <a:ext uri="{FF2B5EF4-FFF2-40B4-BE49-F238E27FC236}">
                <a16:creationId xmlns:a16="http://schemas.microsoft.com/office/drawing/2014/main" id="{36C99E34-B353-5447-8EB5-B48841DFBA02}"/>
              </a:ext>
            </a:extLst>
          </p:cNvPr>
          <p:cNvSpPr>
            <a:spLocks noGrp="1"/>
          </p:cNvSpPr>
          <p:nvPr>
            <p:ph type="body" sz="quarter" idx="13"/>
          </p:nvPr>
        </p:nvSpPr>
        <p:spPr/>
        <p:txBody>
          <a:bodyPr/>
          <a:lstStyle/>
          <a:p>
            <a:r>
              <a:rPr lang="nl-NL" dirty="0"/>
              <a:t>Hoofdstuk 2</a:t>
            </a:r>
          </a:p>
        </p:txBody>
      </p:sp>
      <p:sp>
        <p:nvSpPr>
          <p:cNvPr id="4" name="Tijdelijke aanduiding voor tekst 3">
            <a:extLst>
              <a:ext uri="{FF2B5EF4-FFF2-40B4-BE49-F238E27FC236}">
                <a16:creationId xmlns:a16="http://schemas.microsoft.com/office/drawing/2014/main" id="{D03192AB-8B02-944C-B57F-C9453107FB36}"/>
              </a:ext>
            </a:extLst>
          </p:cNvPr>
          <p:cNvSpPr>
            <a:spLocks noGrp="1"/>
          </p:cNvSpPr>
          <p:nvPr>
            <p:ph type="body" sz="quarter" idx="15"/>
          </p:nvPr>
        </p:nvSpPr>
        <p:spPr/>
        <p:txBody>
          <a:bodyPr/>
          <a:lstStyle/>
          <a:p>
            <a:r>
              <a:rPr lang="nl-NL" dirty="0"/>
              <a:t>Eigenschappen normale verdeling</a:t>
            </a:r>
          </a:p>
        </p:txBody>
      </p:sp>
      <p:sp>
        <p:nvSpPr>
          <p:cNvPr id="5" name="Rectangle 27">
            <a:extLst>
              <a:ext uri="{FF2B5EF4-FFF2-40B4-BE49-F238E27FC236}">
                <a16:creationId xmlns:a16="http://schemas.microsoft.com/office/drawing/2014/main" id="{47EEC044-502E-5D4D-A469-9EEABEE340EE}"/>
              </a:ext>
            </a:extLst>
          </p:cNvPr>
          <p:cNvSpPr txBox="1">
            <a:spLocks noChangeArrowheads="1"/>
          </p:cNvSpPr>
          <p:nvPr/>
        </p:nvSpPr>
        <p:spPr>
          <a:xfrm>
            <a:off x="2438400" y="4570624"/>
            <a:ext cx="7315200" cy="2185988"/>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pPr>
              <a:defRPr/>
            </a:pPr>
            <a:endParaRPr lang="nl-NL" sz="2400">
              <a:latin typeface="Arial" charset="0"/>
            </a:endParaRPr>
          </a:p>
          <a:p>
            <a:pPr>
              <a:defRPr/>
            </a:pPr>
            <a:r>
              <a:rPr lang="nl-NL" sz="2400">
                <a:latin typeface="Arial" charset="0"/>
              </a:rPr>
              <a:t>68,27%</a:t>
            </a:r>
          </a:p>
          <a:p>
            <a:pPr>
              <a:defRPr/>
            </a:pPr>
            <a:r>
              <a:rPr lang="nl-NL" sz="2400">
                <a:latin typeface="Arial" charset="0"/>
              </a:rPr>
              <a:t>95,44%</a:t>
            </a:r>
          </a:p>
          <a:p>
            <a:pPr>
              <a:defRPr/>
            </a:pPr>
            <a:r>
              <a:rPr lang="nl-NL" sz="2400">
                <a:latin typeface="Arial" charset="0"/>
              </a:rPr>
              <a:t>99,72%</a:t>
            </a:r>
            <a:endParaRPr lang="nl-NL" sz="2400" dirty="0">
              <a:latin typeface="Arial" charset="0"/>
            </a:endParaRPr>
          </a:p>
        </p:txBody>
      </p:sp>
      <p:graphicFrame>
        <p:nvGraphicFramePr>
          <p:cNvPr id="6" name="Object 7">
            <a:extLst>
              <a:ext uri="{FF2B5EF4-FFF2-40B4-BE49-F238E27FC236}">
                <a16:creationId xmlns:a16="http://schemas.microsoft.com/office/drawing/2014/main" id="{C1A7FBB2-7160-5546-B2C2-B128ECA41127}"/>
              </a:ext>
            </a:extLst>
          </p:cNvPr>
          <p:cNvGraphicFramePr>
            <a:graphicFrameLocks noChangeAspect="1"/>
          </p:cNvGraphicFramePr>
          <p:nvPr/>
        </p:nvGraphicFramePr>
        <p:xfrm>
          <a:off x="6566532" y="4730574"/>
          <a:ext cx="139700" cy="165100"/>
        </p:xfrm>
        <a:graphic>
          <a:graphicData uri="http://schemas.openxmlformats.org/presentationml/2006/ole">
            <mc:AlternateContent xmlns:mc="http://schemas.openxmlformats.org/markup-compatibility/2006">
              <mc:Choice xmlns:v="urn:schemas-microsoft-com:vml" Requires="v">
                <p:oleObj spid="_x0000_s7172" name="Vergelijking" r:id="rId3" imgW="139579" imgH="164957" progId="Equation.3">
                  <p:embed/>
                </p:oleObj>
              </mc:Choice>
              <mc:Fallback>
                <p:oleObj name="Vergelijking" r:id="rId3" imgW="139579" imgH="164957" progId="Equation.3">
                  <p:embed/>
                  <p:pic>
                    <p:nvPicPr>
                      <p:cNvPr id="6" name="Object 7">
                        <a:extLst>
                          <a:ext uri="{FF2B5EF4-FFF2-40B4-BE49-F238E27FC236}">
                            <a16:creationId xmlns:a16="http://schemas.microsoft.com/office/drawing/2014/main" id="{C1A7FBB2-7160-5546-B2C2-B128ECA41127}"/>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566532" y="4730574"/>
                        <a:ext cx="139700" cy="165100"/>
                      </a:xfrm>
                      <a:prstGeom prst="rect">
                        <a:avLst/>
                      </a:prstGeom>
                      <a:noFill/>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pic>
        <p:nvPicPr>
          <p:cNvPr id="7" name="Picture 8" descr="Een normale verdeling">
            <a:extLst>
              <a:ext uri="{FF2B5EF4-FFF2-40B4-BE49-F238E27FC236}">
                <a16:creationId xmlns:a16="http://schemas.microsoft.com/office/drawing/2014/main" id="{CD740F0C-A8E3-964F-8726-63C4281219A5}"/>
              </a:ext>
            </a:extLst>
          </p:cNvPr>
          <p:cNvPicPr>
            <a:picLocks noChangeAspect="1" noChangeArrowheads="1"/>
          </p:cNvPicPr>
          <p:nvPr/>
        </p:nvPicPr>
        <p:blipFill>
          <a:blip r:embed="rId5" r:link="rId6" cstate="print">
            <a:extLst>
              <a:ext uri="{28A0092B-C50C-407E-A947-70E740481C1C}">
                <a14:useLocalDpi xmlns:a14="http://schemas.microsoft.com/office/drawing/2010/main" val="0"/>
              </a:ext>
            </a:extLst>
          </a:blip>
          <a:srcRect/>
          <a:stretch>
            <a:fillRect/>
          </a:stretch>
        </p:blipFill>
        <p:spPr bwMode="auto">
          <a:xfrm>
            <a:off x="4304344" y="2035969"/>
            <a:ext cx="4524375" cy="22764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8" name="Line 10">
            <a:extLst>
              <a:ext uri="{FF2B5EF4-FFF2-40B4-BE49-F238E27FC236}">
                <a16:creationId xmlns:a16="http://schemas.microsoft.com/office/drawing/2014/main" id="{C5CDC5B6-B767-7243-B88B-37DF2E18E2B9}"/>
              </a:ext>
            </a:extLst>
          </p:cNvPr>
          <p:cNvSpPr>
            <a:spLocks noChangeShapeType="1"/>
          </p:cNvSpPr>
          <p:nvPr/>
        </p:nvSpPr>
        <p:spPr bwMode="auto">
          <a:xfrm>
            <a:off x="7315200" y="1916621"/>
            <a:ext cx="0" cy="2398919"/>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nl-NL"/>
          </a:p>
        </p:txBody>
      </p:sp>
      <p:sp>
        <p:nvSpPr>
          <p:cNvPr id="9" name="Line 9">
            <a:extLst>
              <a:ext uri="{FF2B5EF4-FFF2-40B4-BE49-F238E27FC236}">
                <a16:creationId xmlns:a16="http://schemas.microsoft.com/office/drawing/2014/main" id="{4149C792-2F05-E246-B158-AC637FD93D2C}"/>
              </a:ext>
            </a:extLst>
          </p:cNvPr>
          <p:cNvSpPr>
            <a:spLocks noChangeShapeType="1"/>
          </p:cNvSpPr>
          <p:nvPr/>
        </p:nvSpPr>
        <p:spPr bwMode="auto">
          <a:xfrm flipH="1">
            <a:off x="5840105" y="1916622"/>
            <a:ext cx="66352" cy="2395822"/>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nl-NL"/>
          </a:p>
        </p:txBody>
      </p:sp>
      <p:sp>
        <p:nvSpPr>
          <p:cNvPr id="10" name="Line 11">
            <a:extLst>
              <a:ext uri="{FF2B5EF4-FFF2-40B4-BE49-F238E27FC236}">
                <a16:creationId xmlns:a16="http://schemas.microsoft.com/office/drawing/2014/main" id="{2A00CF7F-0B62-B04A-85A7-5A027C2B00B8}"/>
              </a:ext>
            </a:extLst>
          </p:cNvPr>
          <p:cNvSpPr>
            <a:spLocks noChangeShapeType="1"/>
          </p:cNvSpPr>
          <p:nvPr/>
        </p:nvSpPr>
        <p:spPr bwMode="auto">
          <a:xfrm>
            <a:off x="5105400" y="3276600"/>
            <a:ext cx="0" cy="10287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nl-NL"/>
          </a:p>
        </p:txBody>
      </p:sp>
      <p:sp>
        <p:nvSpPr>
          <p:cNvPr id="11" name="Line 12">
            <a:extLst>
              <a:ext uri="{FF2B5EF4-FFF2-40B4-BE49-F238E27FC236}">
                <a16:creationId xmlns:a16="http://schemas.microsoft.com/office/drawing/2014/main" id="{7520E348-3DAB-7D48-B5C0-BB7A0C5FF712}"/>
              </a:ext>
            </a:extLst>
          </p:cNvPr>
          <p:cNvSpPr>
            <a:spLocks noChangeShapeType="1"/>
          </p:cNvSpPr>
          <p:nvPr/>
        </p:nvSpPr>
        <p:spPr bwMode="auto">
          <a:xfrm>
            <a:off x="8009416" y="3169444"/>
            <a:ext cx="0" cy="11430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nl-NL"/>
          </a:p>
        </p:txBody>
      </p:sp>
      <p:sp>
        <p:nvSpPr>
          <p:cNvPr id="12" name="Line 14">
            <a:extLst>
              <a:ext uri="{FF2B5EF4-FFF2-40B4-BE49-F238E27FC236}">
                <a16:creationId xmlns:a16="http://schemas.microsoft.com/office/drawing/2014/main" id="{71BCE98C-041B-A047-8DDF-91CEB2635C60}"/>
              </a:ext>
            </a:extLst>
          </p:cNvPr>
          <p:cNvSpPr>
            <a:spLocks noChangeShapeType="1"/>
          </p:cNvSpPr>
          <p:nvPr/>
        </p:nvSpPr>
        <p:spPr bwMode="auto">
          <a:xfrm>
            <a:off x="4585648" y="3848100"/>
            <a:ext cx="0" cy="4572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nl-NL"/>
          </a:p>
        </p:txBody>
      </p:sp>
      <p:sp>
        <p:nvSpPr>
          <p:cNvPr id="13" name="Line 13">
            <a:extLst>
              <a:ext uri="{FF2B5EF4-FFF2-40B4-BE49-F238E27FC236}">
                <a16:creationId xmlns:a16="http://schemas.microsoft.com/office/drawing/2014/main" id="{D0E18F91-A2F2-CF45-80C9-F6A1A37120B8}"/>
              </a:ext>
            </a:extLst>
          </p:cNvPr>
          <p:cNvSpPr>
            <a:spLocks noChangeShapeType="1"/>
          </p:cNvSpPr>
          <p:nvPr/>
        </p:nvSpPr>
        <p:spPr bwMode="auto">
          <a:xfrm>
            <a:off x="8636705" y="3848100"/>
            <a:ext cx="0" cy="457200"/>
          </a:xfrm>
          <a:prstGeom prst="line">
            <a:avLst/>
          </a:prstGeom>
          <a:noFill/>
          <a:ln w="9525">
            <a:solidFill>
              <a:srgbClr val="000000"/>
            </a:solidFill>
            <a:round/>
            <a:headEnd/>
            <a:tailEnd/>
          </a:ln>
          <a:extLst>
            <a:ext uri="{909E8E84-426E-40dd-AFC4-6F175D3DCCD1}">
              <a14:hiddenFill xmlns:a14="http://schemas.microsoft.com/office/drawing/2010/main" xmlns="">
                <a:noFill/>
              </a14:hiddenFill>
            </a:ext>
          </a:extLst>
        </p:spPr>
        <p:txBody>
          <a:bodyPr/>
          <a:lstStyle/>
          <a:p>
            <a:endParaRPr lang="nl-NL"/>
          </a:p>
        </p:txBody>
      </p:sp>
      <p:sp>
        <p:nvSpPr>
          <p:cNvPr id="14" name="Line 6">
            <a:extLst>
              <a:ext uri="{FF2B5EF4-FFF2-40B4-BE49-F238E27FC236}">
                <a16:creationId xmlns:a16="http://schemas.microsoft.com/office/drawing/2014/main" id="{BA2646EC-BF35-5B4C-AF02-5ADDDA7A5C0A}"/>
              </a:ext>
            </a:extLst>
          </p:cNvPr>
          <p:cNvSpPr>
            <a:spLocks noChangeShapeType="1"/>
          </p:cNvSpPr>
          <p:nvPr/>
        </p:nvSpPr>
        <p:spPr bwMode="auto">
          <a:xfrm>
            <a:off x="5943600" y="5114131"/>
            <a:ext cx="137160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nl-NL"/>
          </a:p>
        </p:txBody>
      </p:sp>
      <p:sp>
        <p:nvSpPr>
          <p:cNvPr id="15" name="Line 5">
            <a:extLst>
              <a:ext uri="{FF2B5EF4-FFF2-40B4-BE49-F238E27FC236}">
                <a16:creationId xmlns:a16="http://schemas.microsoft.com/office/drawing/2014/main" id="{AA258E7C-156B-F740-A8CA-DF5E3FABB555}"/>
              </a:ext>
            </a:extLst>
          </p:cNvPr>
          <p:cNvSpPr>
            <a:spLocks noChangeShapeType="1"/>
          </p:cNvSpPr>
          <p:nvPr/>
        </p:nvSpPr>
        <p:spPr bwMode="auto">
          <a:xfrm>
            <a:off x="5151916" y="5613116"/>
            <a:ext cx="285750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nl-NL"/>
          </a:p>
        </p:txBody>
      </p:sp>
      <p:sp>
        <p:nvSpPr>
          <p:cNvPr id="16" name="Line 4">
            <a:extLst>
              <a:ext uri="{FF2B5EF4-FFF2-40B4-BE49-F238E27FC236}">
                <a16:creationId xmlns:a16="http://schemas.microsoft.com/office/drawing/2014/main" id="{278A90C5-7C77-AA4A-891D-F635A25F9A25}"/>
              </a:ext>
            </a:extLst>
          </p:cNvPr>
          <p:cNvSpPr>
            <a:spLocks noChangeShapeType="1"/>
          </p:cNvSpPr>
          <p:nvPr/>
        </p:nvSpPr>
        <p:spPr bwMode="auto">
          <a:xfrm>
            <a:off x="4722125" y="6072188"/>
            <a:ext cx="3886200" cy="0"/>
          </a:xfrm>
          <a:prstGeom prst="line">
            <a:avLst/>
          </a:prstGeom>
          <a:noFill/>
          <a:ln w="9525">
            <a:solidFill>
              <a:srgbClr val="000000"/>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nl-NL"/>
          </a:p>
        </p:txBody>
      </p:sp>
      <p:sp>
        <p:nvSpPr>
          <p:cNvPr id="3" name="Tekstvak 2">
            <a:extLst>
              <a:ext uri="{FF2B5EF4-FFF2-40B4-BE49-F238E27FC236}">
                <a16:creationId xmlns:a16="http://schemas.microsoft.com/office/drawing/2014/main" id="{2B28B959-B70B-794A-8680-B03DD4C4D728}"/>
              </a:ext>
            </a:extLst>
          </p:cNvPr>
          <p:cNvSpPr txBox="1"/>
          <p:nvPr/>
        </p:nvSpPr>
        <p:spPr>
          <a:xfrm>
            <a:off x="679622" y="6487297"/>
            <a:ext cx="184731" cy="307777"/>
          </a:xfrm>
          <a:prstGeom prst="rect">
            <a:avLst/>
          </a:prstGeom>
          <a:noFill/>
        </p:spPr>
        <p:txBody>
          <a:bodyPr wrap="none" rtlCol="0">
            <a:spAutoFit/>
          </a:bodyPr>
          <a:lstStyle/>
          <a:p>
            <a:endParaRPr lang="nl-NL" dirty="0"/>
          </a:p>
        </p:txBody>
      </p:sp>
    </p:spTree>
    <p:extLst>
      <p:ext uri="{BB962C8B-B14F-4D97-AF65-F5344CB8AC3E}">
        <p14:creationId xmlns:p14="http://schemas.microsoft.com/office/powerpoint/2010/main" val="36342132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5" name="Titel 1"/>
          <p:cNvSpPr>
            <a:spLocks noGrp="1"/>
          </p:cNvSpPr>
          <p:nvPr>
            <p:ph type="title"/>
          </p:nvPr>
        </p:nvSpPr>
        <p:spPr>
          <a:xfrm>
            <a:off x="1219198" y="823783"/>
            <a:ext cx="10618573" cy="1143000"/>
          </a:xfrm>
        </p:spPr>
        <p:txBody>
          <a:bodyPr/>
          <a:lstStyle/>
          <a:p>
            <a:r>
              <a:rPr lang="nl-NL" dirty="0">
                <a:ea typeface="ＭＳ Ｐゴシック" pitchFamily="34" charset="-128"/>
              </a:rPr>
              <a:t>Eigenschappen van de verdeling: </a:t>
            </a:r>
            <a:r>
              <a:rPr lang="nl-NL" dirty="0" err="1">
                <a:ea typeface="ＭＳ Ｐゴシック" pitchFamily="34" charset="-128"/>
              </a:rPr>
              <a:t>Chebyshev’s</a:t>
            </a:r>
            <a:r>
              <a:rPr lang="nl-NL" dirty="0">
                <a:ea typeface="ＭＳ Ｐゴシック" pitchFamily="34" charset="-128"/>
              </a:rPr>
              <a:t> Regel </a:t>
            </a:r>
          </a:p>
        </p:txBody>
      </p:sp>
      <p:sp>
        <p:nvSpPr>
          <p:cNvPr id="44036" name="Tijdelijke aanduiding voor inhoud 3"/>
          <p:cNvSpPr>
            <a:spLocks noGrp="1"/>
          </p:cNvSpPr>
          <p:nvPr>
            <p:ph sz="half" idx="2"/>
          </p:nvPr>
        </p:nvSpPr>
        <p:spPr>
          <a:xfrm>
            <a:off x="1219199" y="2183027"/>
            <a:ext cx="10618574" cy="1029730"/>
          </a:xfrm>
        </p:spPr>
        <p:txBody>
          <a:bodyPr/>
          <a:lstStyle/>
          <a:p>
            <a:r>
              <a:rPr lang="nl-NL" sz="2800" dirty="0">
                <a:ea typeface="ＭＳ Ｐゴシック" pitchFamily="34" charset="-128"/>
              </a:rPr>
              <a:t>Indien k = 2 </a:t>
            </a:r>
            <a:r>
              <a:rPr lang="nl-NL" sz="2800" dirty="0">
                <a:ea typeface="ＭＳ Ｐゴシック" pitchFamily="34" charset="-128"/>
                <a:sym typeface="Wingdings" pitchFamily="-84" charset="2"/>
              </a:rPr>
              <a:t> </a:t>
            </a:r>
            <a:r>
              <a:rPr lang="nl-NL" sz="2800" i="1" dirty="0">
                <a:ea typeface="ＭＳ Ｐゴシック" pitchFamily="34" charset="-128"/>
              </a:rPr>
              <a:t>≥ </a:t>
            </a:r>
            <a:r>
              <a:rPr lang="nl-NL" sz="2800" dirty="0">
                <a:ea typeface="ＭＳ Ｐゴシック" pitchFamily="34" charset="-128"/>
              </a:rPr>
              <a:t>75% binnen 2 standaarddeviaties van het gemiddelde.</a:t>
            </a:r>
          </a:p>
          <a:p>
            <a:r>
              <a:rPr lang="nl-NL" sz="2800" dirty="0">
                <a:ea typeface="ＭＳ Ｐゴシック" pitchFamily="34" charset="-128"/>
              </a:rPr>
              <a:t>Indien k = 3 </a:t>
            </a:r>
            <a:r>
              <a:rPr lang="nl-NL" sz="2800" dirty="0">
                <a:ea typeface="ＭＳ Ｐゴシック" pitchFamily="34" charset="-128"/>
                <a:sym typeface="Wingdings" pitchFamily="-84" charset="2"/>
              </a:rPr>
              <a:t> </a:t>
            </a:r>
            <a:r>
              <a:rPr lang="nl-NL" sz="2800" dirty="0">
                <a:ea typeface="ＭＳ Ｐゴシック" pitchFamily="34" charset="-128"/>
              </a:rPr>
              <a:t> ≥ 89% binnen 3 standaarddeviaties van het gemiddelde. </a:t>
            </a:r>
          </a:p>
          <a:p>
            <a:r>
              <a:rPr lang="nl-NL" sz="2800" dirty="0">
                <a:ea typeface="ＭＳ Ｐゴシック" pitchFamily="34" charset="-128"/>
              </a:rPr>
              <a:t>Indien k = 4 </a:t>
            </a:r>
            <a:r>
              <a:rPr lang="nl-NL" sz="2800" dirty="0">
                <a:ea typeface="ＭＳ Ｐゴシック" pitchFamily="34" charset="-128"/>
                <a:sym typeface="Wingdings" pitchFamily="-84" charset="2"/>
              </a:rPr>
              <a:t> ≥</a:t>
            </a:r>
            <a:r>
              <a:rPr lang="nl-NL" sz="2800" dirty="0">
                <a:ea typeface="ＭＳ Ｐゴシック" pitchFamily="34" charset="-128"/>
              </a:rPr>
              <a:t> 94% binnen 4 standaarddeviaties van het gemiddelde. </a:t>
            </a:r>
          </a:p>
        </p:txBody>
      </p:sp>
      <p:graphicFrame>
        <p:nvGraphicFramePr>
          <p:cNvPr id="44034" name="Object 2"/>
          <p:cNvGraphicFramePr>
            <a:graphicFrameLocks noChangeAspect="1"/>
          </p:cNvGraphicFramePr>
          <p:nvPr/>
        </p:nvGraphicFramePr>
        <p:xfrm>
          <a:off x="2743200" y="4572001"/>
          <a:ext cx="2209800" cy="1325563"/>
        </p:xfrm>
        <a:graphic>
          <a:graphicData uri="http://schemas.openxmlformats.org/presentationml/2006/ole">
            <mc:AlternateContent xmlns:mc="http://schemas.openxmlformats.org/markup-compatibility/2006">
              <mc:Choice xmlns:v="urn:schemas-microsoft-com:vml" Requires="v">
                <p:oleObj spid="_x0000_s6150" name="Vergelijking" r:id="rId3" imgW="723900" imgH="355600" progId="Equation.3">
                  <p:embed/>
                </p:oleObj>
              </mc:Choice>
              <mc:Fallback>
                <p:oleObj name="Vergelijking" r:id="rId3" imgW="723900" imgH="355600" progId="Equation.3">
                  <p:embed/>
                  <p:pic>
                    <p:nvPicPr>
                      <p:cNvPr id="44034" name="Object 2"/>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43200" y="4572001"/>
                        <a:ext cx="2209800" cy="13255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 name="Tijdelijke aanduiding voor tekst 1">
            <a:extLst>
              <a:ext uri="{FF2B5EF4-FFF2-40B4-BE49-F238E27FC236}">
                <a16:creationId xmlns:a16="http://schemas.microsoft.com/office/drawing/2014/main" id="{4FBC9D49-914A-0A49-8B63-B67773296E1A}"/>
              </a:ext>
            </a:extLst>
          </p:cNvPr>
          <p:cNvSpPr txBox="1">
            <a:spLocks/>
          </p:cNvSpPr>
          <p:nvPr/>
        </p:nvSpPr>
        <p:spPr>
          <a:xfrm>
            <a:off x="431372" y="164637"/>
            <a:ext cx="5304601" cy="480000"/>
          </a:xfrm>
          <a:prstGeom prst="rect">
            <a:avLst/>
          </a:prstGeom>
        </p:spPr>
        <p:txBody>
          <a:bodyPr/>
          <a:lstStyle>
            <a:lvl1pPr marL="250819" marR="0" indent="-250819" algn="l" defTabSz="914377" rtl="0" eaLnBrk="1" fontAlgn="auto" latinLnBrk="0" hangingPunct="1">
              <a:lnSpc>
                <a:spcPct val="108000"/>
              </a:lnSpc>
              <a:spcBef>
                <a:spcPts val="0"/>
              </a:spcBef>
              <a:spcAft>
                <a:spcPts val="0"/>
              </a:spcAft>
              <a:buClr>
                <a:srgbClr val="005DAA"/>
              </a:buClr>
              <a:buSzPct val="80000"/>
              <a:buFont typeface="Wingdings 2" panose="05020102010507070707" pitchFamily="18" charset="2"/>
              <a:buChar char=""/>
              <a:tabLst/>
              <a:defRPr sz="1867" kern="1200">
                <a:solidFill>
                  <a:schemeClr val="tx1"/>
                </a:solidFill>
                <a:latin typeface="+mn-lt"/>
                <a:ea typeface="+mn-ea"/>
                <a:cs typeface="+mn-cs"/>
              </a:defRPr>
            </a:lvl1pPr>
            <a:lvl2pPr marL="503987" marR="0" indent="-250819" algn="l" defTabSz="914377" rtl="0" eaLnBrk="1" fontAlgn="auto" latinLnBrk="0" hangingPunct="1">
              <a:lnSpc>
                <a:spcPct val="108000"/>
              </a:lnSpc>
              <a:spcBef>
                <a:spcPts val="0"/>
              </a:spcBef>
              <a:spcAft>
                <a:spcPts val="0"/>
              </a:spcAft>
              <a:buClr>
                <a:srgbClr val="005DAA"/>
              </a:buClr>
              <a:buSzTx/>
              <a:buFont typeface="Calibri" panose="020F0502020204030204" pitchFamily="34" charset="0"/>
              <a:buChar char="–"/>
              <a:tabLst/>
              <a:defRPr sz="1867" kern="1200">
                <a:solidFill>
                  <a:schemeClr val="tx1"/>
                </a:solidFill>
                <a:latin typeface="+mn-lt"/>
                <a:ea typeface="+mn-ea"/>
                <a:cs typeface="+mn-cs"/>
              </a:defRPr>
            </a:lvl2pPr>
            <a:lvl3pPr marL="755981" marR="0" indent="-250819" algn="l" defTabSz="914377" rtl="0" eaLnBrk="1" fontAlgn="auto" latinLnBrk="0" hangingPunct="1">
              <a:lnSpc>
                <a:spcPct val="108000"/>
              </a:lnSpc>
              <a:spcBef>
                <a:spcPts val="0"/>
              </a:spcBef>
              <a:spcAft>
                <a:spcPts val="0"/>
              </a:spcAft>
              <a:buClr>
                <a:srgbClr val="005DAA"/>
              </a:buClr>
              <a:buSzTx/>
              <a:buFont typeface="Calibri Light" panose="020F0302020204030204" pitchFamily="34" charset="0"/>
              <a:buChar char="•"/>
              <a:tabLst/>
              <a:defRPr sz="1867" kern="1200">
                <a:solidFill>
                  <a:schemeClr val="tx1"/>
                </a:solidFill>
                <a:latin typeface="+mn-lt"/>
                <a:ea typeface="+mn-ea"/>
                <a:cs typeface="+mn-cs"/>
              </a:defRPr>
            </a:lvl3pPr>
            <a:lvl4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4pPr>
            <a:lvl5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5pPr>
            <a:lvl6pPr marL="251994"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6pPr>
            <a:lvl7pPr marL="467988"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7pPr>
            <a:lvl8pPr marL="683983"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8pPr>
            <a:lvl9pPr marL="0" marR="0" indent="0" algn="l" defTabSz="914377" rtl="0" eaLnBrk="1" fontAlgn="auto" latinLnBrk="0" hangingPunct="1">
              <a:lnSpc>
                <a:spcPct val="108000"/>
              </a:lnSpc>
              <a:spcBef>
                <a:spcPts val="0"/>
              </a:spcBef>
              <a:spcAft>
                <a:spcPts val="0"/>
              </a:spcAft>
              <a:buClrTx/>
              <a:buSzTx/>
              <a:buFont typeface="Arial" pitchFamily="34" charset="0"/>
              <a:buNone/>
              <a:tabLst/>
              <a:defRPr sz="2000" kern="1200">
                <a:solidFill>
                  <a:schemeClr val="tx1"/>
                </a:solidFill>
                <a:latin typeface="+mn-lt"/>
                <a:ea typeface="+mn-ea"/>
                <a:cs typeface="+mn-cs"/>
              </a:defRPr>
            </a:lvl9pPr>
          </a:lstStyle>
          <a:p>
            <a:r>
              <a:rPr lang="nl-NL">
                <a:solidFill>
                  <a:schemeClr val="bg1"/>
                </a:solidFill>
              </a:rPr>
              <a:t>Hoofdstuk 2</a:t>
            </a:r>
            <a:endParaRPr lang="nl-NL" dirty="0">
              <a:solidFill>
                <a:schemeClr val="bg1"/>
              </a:solidFill>
            </a:endParaRPr>
          </a:p>
        </p:txBody>
      </p:sp>
    </p:spTree>
    <p:extLst>
      <p:ext uri="{BB962C8B-B14F-4D97-AF65-F5344CB8AC3E}">
        <p14:creationId xmlns:p14="http://schemas.microsoft.com/office/powerpoint/2010/main" val="246784916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jdelijke aanduiding voor tekst 1"/>
          <p:cNvSpPr>
            <a:spLocks noGrp="1"/>
          </p:cNvSpPr>
          <p:nvPr>
            <p:ph type="body" sz="quarter" idx="11"/>
          </p:nvPr>
        </p:nvSpPr>
        <p:spPr/>
        <p:txBody>
          <a:bodyPr/>
          <a:lstStyle/>
          <a:p>
            <a:r>
              <a:rPr lang="nl-NL" dirty="0"/>
              <a:t>Nel Verhoeven</a:t>
            </a:r>
          </a:p>
        </p:txBody>
      </p:sp>
    </p:spTree>
    <p:extLst>
      <p:ext uri="{BB962C8B-B14F-4D97-AF65-F5344CB8AC3E}">
        <p14:creationId xmlns:p14="http://schemas.microsoft.com/office/powerpoint/2010/main" val="2690745162"/>
      </p:ext>
    </p:extLst>
  </p:cSld>
  <p:clrMapOvr>
    <a:masterClrMapping/>
  </p:clrMapOvr>
</p:sld>
</file>

<file path=ppt/theme/theme1.xml><?xml version="1.0" encoding="utf-8"?>
<a:theme xmlns:a="http://schemas.openxmlformats.org/drawingml/2006/main" name="sjabloon_v01">
  <a:themeElements>
    <a:clrScheme name="Kantoor">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Kantoor">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Kantoor">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resentatie1" id="{082666CE-6DF4-4CB5-805B-C9FE46AA4E48}" vid="{A65F876F-A1BF-4F74-9AC6-824E94E93BBE}"/>
    </a:ext>
  </a:extLst>
</a:theme>
</file>

<file path=ppt/theme/theme2.xml><?xml version="1.0" encoding="utf-8"?>
<a:theme xmlns:a="http://schemas.openxmlformats.org/drawingml/2006/main" name="Kantoorth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sjabloon</Template>
  <TotalTime>34</TotalTime>
  <Words>761</Words>
  <Application>Microsoft Macintosh PowerPoint</Application>
  <PresentationFormat>Breedbeeld</PresentationFormat>
  <Paragraphs>232</Paragraphs>
  <Slides>25</Slides>
  <Notes>0</Notes>
  <HiddenSlides>0</HiddenSlides>
  <MMClips>0</MMClips>
  <ScaleCrop>false</ScaleCrop>
  <HeadingPairs>
    <vt:vector size="8" baseType="variant">
      <vt:variant>
        <vt:lpstr>Gebruikte lettertypen</vt:lpstr>
      </vt:variant>
      <vt:variant>
        <vt:i4>5</vt:i4>
      </vt:variant>
      <vt:variant>
        <vt:lpstr>Thema</vt:lpstr>
      </vt:variant>
      <vt:variant>
        <vt:i4>1</vt:i4>
      </vt:variant>
      <vt:variant>
        <vt:lpstr>Ingesloten OLE-bronprogramma's</vt:lpstr>
      </vt:variant>
      <vt:variant>
        <vt:i4>2</vt:i4>
      </vt:variant>
      <vt:variant>
        <vt:lpstr>Diatitels</vt:lpstr>
      </vt:variant>
      <vt:variant>
        <vt:i4>25</vt:i4>
      </vt:variant>
    </vt:vector>
  </HeadingPairs>
  <TitlesOfParts>
    <vt:vector size="33" baseType="lpstr">
      <vt:lpstr>Arial</vt:lpstr>
      <vt:lpstr>Calibri</vt:lpstr>
      <vt:lpstr>Calibri Light</vt:lpstr>
      <vt:lpstr>Verdana</vt:lpstr>
      <vt:lpstr>Wingdings 2</vt:lpstr>
      <vt:lpstr>sjabloon_v01</vt:lpstr>
      <vt:lpstr>Vergelijking</vt:lpstr>
      <vt:lpstr>Equation</vt:lpstr>
      <vt:lpstr>Statistiek in Stappen</vt:lpstr>
      <vt:lpstr>Leerdoelen</vt:lpstr>
      <vt:lpstr>Meetniveaus keuzediagram</vt:lpstr>
      <vt:lpstr>Voorbeelden van meetniveaus van variabelen</vt:lpstr>
      <vt:lpstr>Univariaat: frequentieverdelingen</vt:lpstr>
      <vt:lpstr>PowerPoint-presentatie</vt:lpstr>
      <vt:lpstr>Grafieken: cirkeldiagram</vt:lpstr>
      <vt:lpstr>Grafieken: staafdiagram</vt:lpstr>
      <vt:lpstr>Grafieken: histogram </vt:lpstr>
      <vt:lpstr>Grafieken: lijngrafiek</vt:lpstr>
      <vt:lpstr>Grafieken: boxdiagram</vt:lpstr>
      <vt:lpstr>Grafieken: spreidingsdiagram</vt:lpstr>
      <vt:lpstr>SPSS: werken met de chart-builder</vt:lpstr>
      <vt:lpstr>Kengetallen</vt:lpstr>
      <vt:lpstr>Centrummaten: modus</vt:lpstr>
      <vt:lpstr>Centrummaten: mediaan</vt:lpstr>
      <vt:lpstr>PowerPoint-presentatie</vt:lpstr>
      <vt:lpstr>Centrummaten: gemiddelde</vt:lpstr>
      <vt:lpstr>Spreidingsmaten:  variatiebreedte &amp; interkwartielafstand</vt:lpstr>
      <vt:lpstr>Spreidingsmaten in de populatie variantie en standaarddeviatie</vt:lpstr>
      <vt:lpstr>Vrijheidsgraden</vt:lpstr>
      <vt:lpstr>Spreidingsmaten in de steekproef</vt:lpstr>
      <vt:lpstr>PowerPoint-presentatie</vt:lpstr>
      <vt:lpstr>Eigenschappen van de verdeling: Chebyshev’s Regel </vt:lpstr>
      <vt:lpstr>PowerPoint-presentatie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PowerPoint-presentatie</dc:title>
  <dc:creator>Gijs van Horn</dc:creator>
  <cp:lastModifiedBy>Pieternel Verhoeven</cp:lastModifiedBy>
  <cp:revision>10</cp:revision>
  <dcterms:created xsi:type="dcterms:W3CDTF">2016-02-12T10:20:24Z</dcterms:created>
  <dcterms:modified xsi:type="dcterms:W3CDTF">2019-09-11T17:40:39Z</dcterms:modified>
</cp:coreProperties>
</file>